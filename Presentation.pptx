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Ubuntu"/>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Πελοπίδας Τσιούντσιουρας"/>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Ubuntu-regular.fntdata"/><Relationship Id="rId21" Type="http://schemas.openxmlformats.org/officeDocument/2006/relationships/slide" Target="slides/slide15.xml"/><Relationship Id="rId24" Type="http://schemas.openxmlformats.org/officeDocument/2006/relationships/font" Target="fonts/Ubuntu-italic.fntdata"/><Relationship Id="rId23" Type="http://schemas.openxmlformats.org/officeDocument/2006/relationships/font" Target="fonts/Ubuntu-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5" Type="http://schemas.openxmlformats.org/officeDocument/2006/relationships/font" Target="fonts/Ubuntu-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13T09:03:38.644">
    <p:pos x="6000" y="0"/>
    <p:text>Στην ενδιάμεση εργασία υλοποίησα τους k-NN και Nearest Centroid classifiers στο CIFAR-10 dataset.
Όπως φαίνεται και στο διάγραμμα, η ακρίβεια των μεθόδων είναι σχετικά χαμηλή, κάτι που ήταν αναμενόμενο, αφού δουλεύουμε σε πολύ υψηλής διάστασης raw pixel χώρο.
Για να βελτιώσω την ακρίβεια, δοκίμασα διαφορετικές αποστάσεις πέρα από την ευκλίδεια, όπως Manhattan και Cosine. Πράγματι, η ακρίβεια βελτιώθηκε, όμως αυτό συνοδεύτηκε από πολύ μεγάλο υπολογιστικό κόστος, κάτι που φαίνεται καθαρά και στον συγκεντρωτικό πίνακα χρόνων.
Στη συνέχεια, για να αντιμετωπίσω αυτό το πρόβλημα, χρησιμοποίησα PCA για μείωση της διάστασης. Το PCA-25 κατάφερε να μειώσει δραστικά τον χρόνο εκτέλεσης, χωρίς να επηρεάσει σημαντικά την ακρίβεια, προσφέροντας το καλύτερο trade-off μεταξύ απόδοσης και υπολογιστικού κόστους.</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1-13T09:10:26.885">
    <p:pos x="6000" y="0"/>
    <p:text>Στην πρώτη εργασία υλοποίησα διάφορα νευρωνικά δίκτυα στο CIFAR-10, πειραματιζόμενος με διαφορετικές αρχιτεκτονικές και παραμέτρους.
Ξεκίνησα με MLPs διαφορετικού βάθους και πλάτους, χρησιμοποιώντας Batch Normalization και Dropout. Η ακρίβεια αυξήθηκε σημαντικά σε σχέση με τις κλασικές μεθόδους, φτάνοντας περίπου στο 60%, όμως παρατηρείται γρήγορος κορεσμός, λόγω της έλλειψης χωρικής πληροφορίας.
Στη συνέχεια, υλοποίησα CNNs με convolutional blocks και MaxPooling, τα οποία εκμεταλλεύονται τη χωρική δομή των εικόνων. Εκπαιδεύτηκαν για 100 και 150 epochs και πέτυχαν ακρίβεια έως και 92.6%.
Αν και ο χρόνος εκπαίδευσης είναι σαφώς μεγαλύτερος, το trade-off χρόνου–ακρίβειας είναι ξεκάθαρα υπέρ των CNN, καθώς προσφέρουν πολύ μεγάλη βελτίωση στην απόδοση.</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1-13T09:11:50.760">
    <p:pos x="6000" y="0"/>
    <p:text>Σε αυτή τη διαφάνεια φαίνονται οι καμπύλες εκπαίδευσης για τα MLP και τα CNN.
Παρατηρούμε ότι τα MLP συγκλίνουν σχετικά γρήγορα, αλλά η ακρίβεια στο validation σε κάποιο σημείο κορεσίζεται, κάτι που δείχνει περιορισμένη εκφραστική ικανότητα.
Αντίθετα, τα CNN παρουσιάζουν πιο σταθερή και ομαλή σύγκλιση, με τη validation accuracy να συνεχίζει να βελτιώνεται όσο αυξάνονται τα epochs.
Ειδικά το μοντέλο με 150 epochs εκμεταλλεύεται καλύτερα την εκπαίδευση χωρίς να εμφανίζει έντονο overfitting, κάτι που εξηγεί και την υψηλότερη τελική ακρίβεια</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1-13T09:29:59.342">
    <p:pos x="6000" y="0"/>
    <p:text>Σε αυτή τη διαφάνεια φαίνεται μια συνολική σύγκριση των μεθόδων που δοκίμασα στο CIFAR-10.
Ξεκινώντας από τις κλασικές μεθόδους, όπως 1-NN, 3-NN και Nearest Centroid, παρατηρούμε χαμηλή ακρίβεια, κάτι που δείχνει τους περιορισμούς των distance-based προσεγγίσεων σε δεδομένα εικόνας.
Περνώντας στα SVMs, βλέπουμε ότι η εισαγωγή μη γραμμικών kernels βελτιώνει σημαντικά την απόδοση, με το RBF SVM να πετυχαίνει την υψηλότερη ακρίβεια από τις κλασικές μεθόδους.
Το MLP βρίσκεται ενδιάμεσα, προσφέροντας καλύτερη απόδοση από τα baselines και τα linear μοντέλα, με σχετικά μικρό υπολογιστικό κόστος.
Συνολικά, το διάγραμμα αναδεικνύει ξεκάθαρα το trade-off μεταξύ εκφραστικότητας και υπολογιστικού κόστους, και προετοιμάζει το έδαφος για τα convolutional δίκτυα που θα δούμε στη συνέχεια.</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1-13T09:32:44.773">
    <p:pos x="6000" y="0"/>
    <p:text>Σε αυτή τη διαφάνεια βλέπουμε πιο καθαρά το trade-off μεταξύ ακρίβειας και υπολογιστικού χρόνου για τις βασικές μεθόδους.
Στον οριζόντιο άξονα είναι ο χρόνος εκπαίδευσης και στον κάθετο η τελική ακρίβεια.
Οι k-NN και ο Nearest Centroid έχουν σχεδόν μηδενικό χρόνο εκπαίδευσης, αλλά η ακρίβειά τους παραμένει χαμηλή, κάτι που δείχνει τους περιορισμούς των απλών distance-based μεθόδων.
Τα SVMs βελτιώνουν την ακρίβεια, ιδιαίτερα με μη γραμμικά kernels όπως το RBF, όμως αυτό συνοδεύεται από πολύ μεγαλύτερο χρόνο εκπαίδευσης.
Το MLP βρίσκεται ενδιάμεσα, προσφέροντας καλή βελτίωση στην ακρίβεια με σχετικά μικρό κόστος, αλλά χωρίς να φτάνει την απόδοση πιο σύνθετων μοντέλων.
Συνολικά, το διάγραμμα δείχνει ξεκάθαρα ότι όσο αυξάνεται η εκφραστικότητα του μοντέλου, αυξάνεται και το υπολογιστικό κόστος, κάτι που πρέπει πάντα να λαμβάνεται υπόψη.</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1-13T09:39:06.253">
    <p:pos x="6000" y="0"/>
    <p:text>Σε αυτή τη διαφάνεια βλέπουμε τη σύγκριση της ακρίβειας ενός classifier όταν εφαρμόζεται σε εικόνες που έχουν ανακατασκευαστεί είτε από autoencoders είτε από PCA.
Ο στόχος εδώ δεν είναι η ταξινόμηση καθεαυτή, αλλά να αξιολογήσουμε πόσο καλά διατηρείται η σημασιολογική πληροφορία μετά την ανακατασκευή.
Παρατηρούμε ότι οι autoencoders, και ειδικά οι medium αρχιτεκτονικές, επιτυγχάνουν πολύ υψηλή classifier accuracy, συγκρίσιμη ή και ανώτερη από την PCA για αντίστοιχες διαστάσεις latent χώρου.
Επίσης φαίνεται ότι η αύξηση του μεγέθους του μοντέλου ή της διάστασης του latent space οδηγεί σε μικρά μόνο κέρδη, κάτι που δείχνει φαινόμενα diminishing returns.
Συνολικά, το διάγραμμα δείχνει ότι οι μη γραμμικές αναπαραστάσεις των autoencoders διατηρούν καλύτερα τα διακριτικά χαρακτηριστικά των ψηφίων σε σχέση με τη γραμμική PCA, χωρίς να απαιτείται υπερβολική πολυπλοκότητα.</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1-13T09:40:25.737">
    <p:pos x="6000" y="0"/>
    <p:text>Σε αυτή τη διαφάνεια φαίνεται ο χρόνος εκπαίδευσης για όλες τις αρχιτεκτονικές autoencoders και για την PCA.
Παρατηρούμε ότι ο χρόνος εκπαίδευσης αυξάνεται όσο μεγαλώνει το μέγεθος του μοντέλου, με τα large autoencoders να έχουν το μεγαλύτερο υπολογιστικό κόστος.
Οι διαφορές στο batch size και στο learning rate επηρεάζουν τον χρόνο, αλλά όχι δραματικά, σε σύγκριση με την επίδραση της ίδιας της αρχιτεκτονικής.
Αντίθετα, η PCA είναι πρακτικά στιγμιαία σε χρόνο εκπαίδευσης, όμως όπως είδαμε στην προηγούμενη διαφάνεια, αυτό γίνεται εις βάρος της ποιότητας της αναπαράστασης.
Συνολικά, το διάγραμμα επιβεβαιώνει ότι οι medium autoencoders προσφέρουν το καλύτερο trade-off μεταξύ απόδοσης και υπολογιστικού κόστους.</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66d5e65f4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66d5e65f4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66d5e65f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66d5e65f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66d5e65f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b66d5e65f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66d5e65f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66d5e65f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66d5e65f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66d5e65f4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66d5e65f4_8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66d5e65f4_8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66d5e65f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66d5e65f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66d5e65f4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66d5e65f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66d5e65f4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66d5e65f4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66d5e65f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b66d5e65f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66d5e65f4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b66d5e65f4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66d5e65f4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66d5e65f4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66d5e65f4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66d5e65f4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66d5e65f4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b66d5e65f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66d5e65f4_8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66d5e65f4_8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Default"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11616" l="13889" r="0" t="14440"/>
          <a:stretch/>
        </p:blipFill>
        <p:spPr>
          <a:xfrm>
            <a:off x="0" y="-82150"/>
            <a:ext cx="9144003" cy="5225650"/>
          </a:xfrm>
          <a:prstGeom prst="rect">
            <a:avLst/>
          </a:prstGeom>
          <a:noFill/>
          <a:ln>
            <a:noFill/>
          </a:ln>
        </p:spPr>
      </p:pic>
      <p:sp>
        <p:nvSpPr>
          <p:cNvPr id="11" name="Google Shape;11;p2"/>
          <p:cNvSpPr/>
          <p:nvPr/>
        </p:nvSpPr>
        <p:spPr>
          <a:xfrm>
            <a:off x="1103375" y="3702200"/>
            <a:ext cx="2118900" cy="2893800"/>
          </a:xfrm>
          <a:prstGeom prst="diagStripe">
            <a:avLst>
              <a:gd fmla="val 50000" name="adj"/>
            </a:avLst>
          </a:prstGeom>
          <a:solidFill>
            <a:srgbClr val="8C3088">
              <a:alpha val="877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nvSpPr>
        <p:spPr>
          <a:xfrm>
            <a:off x="5260400" y="1631725"/>
            <a:ext cx="3724500" cy="1262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7000">
                <a:solidFill>
                  <a:schemeClr val="lt1"/>
                </a:solidFill>
                <a:latin typeface="Ubuntu"/>
                <a:ea typeface="Ubuntu"/>
                <a:cs typeface="Ubuntu"/>
                <a:sym typeface="Ubuntu"/>
              </a:rPr>
              <a:t> ROOM</a:t>
            </a:r>
            <a:endParaRPr b="1" sz="7000">
              <a:solidFill>
                <a:schemeClr val="lt1"/>
              </a:solidFill>
              <a:latin typeface="Ubuntu"/>
              <a:ea typeface="Ubuntu"/>
              <a:cs typeface="Ubuntu"/>
              <a:sym typeface="Ubuntu"/>
            </a:endParaRPr>
          </a:p>
        </p:txBody>
      </p:sp>
      <p:sp>
        <p:nvSpPr>
          <p:cNvPr id="13" name="Google Shape;13;p2"/>
          <p:cNvSpPr txBox="1"/>
          <p:nvPr/>
        </p:nvSpPr>
        <p:spPr>
          <a:xfrm>
            <a:off x="6331100" y="2725775"/>
            <a:ext cx="26538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400">
                <a:solidFill>
                  <a:schemeClr val="lt1"/>
                </a:solidFill>
                <a:latin typeface="Ubuntu"/>
                <a:ea typeface="Ubuntu"/>
                <a:cs typeface="Ubuntu"/>
                <a:sym typeface="Ubuntu"/>
              </a:rPr>
              <a:t>Autonomous Driving Solutions</a:t>
            </a:r>
            <a:endParaRPr sz="1400">
              <a:solidFill>
                <a:schemeClr val="lt1"/>
              </a:solidFill>
              <a:latin typeface="Ubuntu"/>
              <a:ea typeface="Ubuntu"/>
              <a:cs typeface="Ubuntu"/>
              <a:sym typeface="Ubuntu"/>
            </a:endParaRPr>
          </a:p>
          <a:p>
            <a:pPr indent="0" lvl="0" marL="0" rtl="0" algn="r">
              <a:spcBef>
                <a:spcPts val="0"/>
              </a:spcBef>
              <a:spcAft>
                <a:spcPts val="0"/>
              </a:spcAft>
              <a:buNone/>
            </a:pPr>
            <a:r>
              <a:rPr lang="en" sz="1400">
                <a:solidFill>
                  <a:schemeClr val="lt1"/>
                </a:solidFill>
                <a:latin typeface="Ubuntu"/>
                <a:ea typeface="Ubuntu"/>
                <a:cs typeface="Ubuntu"/>
                <a:sym typeface="Ubuntu"/>
              </a:rPr>
              <a:t>in 1:10 scaled vehicles</a:t>
            </a:r>
            <a:endParaRPr sz="1400">
              <a:solidFill>
                <a:schemeClr val="lt1"/>
              </a:solidFill>
              <a:latin typeface="Ubuntu"/>
              <a:ea typeface="Ubuntu"/>
              <a:cs typeface="Ubuntu"/>
              <a:sym typeface="Ubuntu"/>
            </a:endParaRPr>
          </a:p>
        </p:txBody>
      </p:sp>
      <p:pic>
        <p:nvPicPr>
          <p:cNvPr id="14" name="Google Shape;14;p2"/>
          <p:cNvPicPr preferRelativeResize="0"/>
          <p:nvPr/>
        </p:nvPicPr>
        <p:blipFill rotWithShape="1">
          <a:blip r:embed="rId3">
            <a:alphaModFix/>
          </a:blip>
          <a:srcRect b="13666" l="52653" r="0" t="16782"/>
          <a:stretch/>
        </p:blipFill>
        <p:spPr>
          <a:xfrm>
            <a:off x="8116775" y="4601200"/>
            <a:ext cx="868125" cy="336700"/>
          </a:xfrm>
          <a:prstGeom prst="rect">
            <a:avLst/>
          </a:prstGeom>
          <a:noFill/>
          <a:ln>
            <a:noFill/>
          </a:ln>
        </p:spPr>
      </p:pic>
      <p:sp>
        <p:nvSpPr>
          <p:cNvPr id="15" name="Google Shape;15;p2"/>
          <p:cNvSpPr/>
          <p:nvPr/>
        </p:nvSpPr>
        <p:spPr>
          <a:xfrm rot="10800000">
            <a:off x="5179450" y="-2490175"/>
            <a:ext cx="2330700" cy="3122400"/>
          </a:xfrm>
          <a:prstGeom prst="diagStripe">
            <a:avLst>
              <a:gd fmla="val 50000" name="adj"/>
            </a:avLst>
          </a:prstGeom>
          <a:solidFill>
            <a:srgbClr val="0097A7">
              <a:alpha val="89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sp>
        <p:nvSpPr>
          <p:cNvPr id="16" name="Google Shape;16;p2"/>
          <p:cNvSpPr/>
          <p:nvPr/>
        </p:nvSpPr>
        <p:spPr>
          <a:xfrm rot="10800000">
            <a:off x="5372425" y="-1923800"/>
            <a:ext cx="2330700" cy="3122400"/>
          </a:xfrm>
          <a:prstGeom prst="diagStripe">
            <a:avLst>
              <a:gd fmla="val 50000" name="adj"/>
            </a:avLst>
          </a:prstGeom>
          <a:solidFill>
            <a:srgbClr val="8C3088">
              <a:alpha val="877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pic>
        <p:nvPicPr>
          <p:cNvPr id="17" name="Google Shape;17;p2"/>
          <p:cNvPicPr preferRelativeResize="0"/>
          <p:nvPr/>
        </p:nvPicPr>
        <p:blipFill>
          <a:blip r:embed="rId4">
            <a:alphaModFix/>
          </a:blip>
          <a:stretch>
            <a:fillRect/>
          </a:stretch>
        </p:blipFill>
        <p:spPr>
          <a:xfrm>
            <a:off x="5372427" y="1978938"/>
            <a:ext cx="759923" cy="6176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dd title">
  <p:cSld name="TITLE_3">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11616" l="13889" r="0" t="14440"/>
          <a:stretch/>
        </p:blipFill>
        <p:spPr>
          <a:xfrm>
            <a:off x="0" y="-82150"/>
            <a:ext cx="9144003" cy="5225650"/>
          </a:xfrm>
          <a:prstGeom prst="rect">
            <a:avLst/>
          </a:prstGeom>
          <a:noFill/>
          <a:ln>
            <a:noFill/>
          </a:ln>
        </p:spPr>
      </p:pic>
      <p:sp>
        <p:nvSpPr>
          <p:cNvPr id="20" name="Google Shape;20;p3"/>
          <p:cNvSpPr/>
          <p:nvPr/>
        </p:nvSpPr>
        <p:spPr>
          <a:xfrm>
            <a:off x="1103375" y="3702200"/>
            <a:ext cx="2118900" cy="2893800"/>
          </a:xfrm>
          <a:prstGeom prst="diagStripe">
            <a:avLst>
              <a:gd fmla="val 50000" name="adj"/>
            </a:avLst>
          </a:prstGeom>
          <a:solidFill>
            <a:srgbClr val="8C3088">
              <a:alpha val="877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nvSpPr>
        <p:spPr>
          <a:xfrm>
            <a:off x="5260400" y="1631725"/>
            <a:ext cx="3724500" cy="1262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7000">
                <a:solidFill>
                  <a:schemeClr val="lt1"/>
                </a:solidFill>
                <a:latin typeface="Ubuntu"/>
                <a:ea typeface="Ubuntu"/>
                <a:cs typeface="Ubuntu"/>
                <a:sym typeface="Ubuntu"/>
              </a:rPr>
              <a:t> ROOM</a:t>
            </a:r>
            <a:endParaRPr b="1" sz="7000">
              <a:solidFill>
                <a:schemeClr val="lt1"/>
              </a:solidFill>
              <a:latin typeface="Ubuntu"/>
              <a:ea typeface="Ubuntu"/>
              <a:cs typeface="Ubuntu"/>
              <a:sym typeface="Ubuntu"/>
            </a:endParaRPr>
          </a:p>
        </p:txBody>
      </p:sp>
      <p:pic>
        <p:nvPicPr>
          <p:cNvPr id="22" name="Google Shape;22;p3"/>
          <p:cNvPicPr preferRelativeResize="0"/>
          <p:nvPr/>
        </p:nvPicPr>
        <p:blipFill rotWithShape="1">
          <a:blip r:embed="rId3">
            <a:alphaModFix/>
          </a:blip>
          <a:srcRect b="13666" l="52653" r="0" t="16782"/>
          <a:stretch/>
        </p:blipFill>
        <p:spPr>
          <a:xfrm>
            <a:off x="8116775" y="4601200"/>
            <a:ext cx="868125" cy="336700"/>
          </a:xfrm>
          <a:prstGeom prst="rect">
            <a:avLst/>
          </a:prstGeom>
          <a:noFill/>
          <a:ln>
            <a:noFill/>
          </a:ln>
        </p:spPr>
      </p:pic>
      <p:sp>
        <p:nvSpPr>
          <p:cNvPr id="23" name="Google Shape;23;p3"/>
          <p:cNvSpPr/>
          <p:nvPr/>
        </p:nvSpPr>
        <p:spPr>
          <a:xfrm rot="10800000">
            <a:off x="5179450" y="-2490175"/>
            <a:ext cx="2330700" cy="3122400"/>
          </a:xfrm>
          <a:prstGeom prst="diagStripe">
            <a:avLst>
              <a:gd fmla="val 50000" name="adj"/>
            </a:avLst>
          </a:prstGeom>
          <a:solidFill>
            <a:srgbClr val="0097A7">
              <a:alpha val="89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sp>
        <p:nvSpPr>
          <p:cNvPr id="24" name="Google Shape;24;p3"/>
          <p:cNvSpPr/>
          <p:nvPr/>
        </p:nvSpPr>
        <p:spPr>
          <a:xfrm rot="10800000">
            <a:off x="5372425" y="-1923800"/>
            <a:ext cx="2330700" cy="3122400"/>
          </a:xfrm>
          <a:prstGeom prst="diagStripe">
            <a:avLst>
              <a:gd fmla="val 50000" name="adj"/>
            </a:avLst>
          </a:prstGeom>
          <a:solidFill>
            <a:srgbClr val="8C3088">
              <a:alpha val="877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pic>
        <p:nvPicPr>
          <p:cNvPr id="25" name="Google Shape;25;p3"/>
          <p:cNvPicPr preferRelativeResize="0"/>
          <p:nvPr/>
        </p:nvPicPr>
        <p:blipFill>
          <a:blip r:embed="rId4">
            <a:alphaModFix/>
          </a:blip>
          <a:stretch>
            <a:fillRect/>
          </a:stretch>
        </p:blipFill>
        <p:spPr>
          <a:xfrm>
            <a:off x="5372427" y="1978938"/>
            <a:ext cx="759923" cy="617648"/>
          </a:xfrm>
          <a:prstGeom prst="rect">
            <a:avLst/>
          </a:prstGeom>
          <a:noFill/>
          <a:ln>
            <a:noFill/>
          </a:ln>
        </p:spPr>
      </p:pic>
      <p:sp>
        <p:nvSpPr>
          <p:cNvPr id="26" name="Google Shape;26;p3"/>
          <p:cNvSpPr txBox="1"/>
          <p:nvPr>
            <p:ph idx="1" type="subTitle"/>
          </p:nvPr>
        </p:nvSpPr>
        <p:spPr>
          <a:xfrm>
            <a:off x="6358250" y="2751550"/>
            <a:ext cx="2626800" cy="617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3"/>
          <p:cNvSpPr txBox="1"/>
          <p:nvPr>
            <p:ph idx="2" type="subTitle"/>
          </p:nvPr>
        </p:nvSpPr>
        <p:spPr>
          <a:xfrm>
            <a:off x="7510150" y="3488650"/>
            <a:ext cx="1410300" cy="3366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 Dark 1">
  <p:cSld name="TITLE_2">
    <p:spTree>
      <p:nvGrpSpPr>
        <p:cNvPr id="28" name="Shape 28"/>
        <p:cNvGrpSpPr/>
        <p:nvPr/>
      </p:nvGrpSpPr>
      <p:grpSpPr>
        <a:xfrm>
          <a:off x="0" y="0"/>
          <a:ext cx="0" cy="0"/>
          <a:chOff x="0" y="0"/>
          <a:chExt cx="0" cy="0"/>
        </a:xfrm>
      </p:grpSpPr>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0" name="Google Shape;30;p4"/>
          <p:cNvGrpSpPr/>
          <p:nvPr/>
        </p:nvGrpSpPr>
        <p:grpSpPr>
          <a:xfrm>
            <a:off x="7461400" y="4600550"/>
            <a:ext cx="1353575" cy="340800"/>
            <a:chOff x="5977250" y="2119425"/>
            <a:chExt cx="1353575" cy="340800"/>
          </a:xfrm>
        </p:grpSpPr>
        <p:pic>
          <p:nvPicPr>
            <p:cNvPr id="31" name="Google Shape;31;p4"/>
            <p:cNvPicPr preferRelativeResize="0"/>
            <p:nvPr/>
          </p:nvPicPr>
          <p:blipFill rotWithShape="1">
            <a:blip r:embed="rId2">
              <a:alphaModFix/>
            </a:blip>
            <a:srcRect b="13666" l="52653" r="0" t="16782"/>
            <a:stretch/>
          </p:blipFill>
          <p:spPr>
            <a:xfrm>
              <a:off x="6462700" y="2119425"/>
              <a:ext cx="868125" cy="336700"/>
            </a:xfrm>
            <a:prstGeom prst="rect">
              <a:avLst/>
            </a:prstGeom>
            <a:noFill/>
            <a:ln>
              <a:noFill/>
            </a:ln>
          </p:spPr>
        </p:pic>
        <p:pic>
          <p:nvPicPr>
            <p:cNvPr id="32" name="Google Shape;32;p4"/>
            <p:cNvPicPr preferRelativeResize="0"/>
            <p:nvPr/>
          </p:nvPicPr>
          <p:blipFill rotWithShape="1">
            <a:blip r:embed="rId3">
              <a:alphaModFix/>
            </a:blip>
            <a:srcRect b="25389" l="0" r="0" t="0"/>
            <a:stretch/>
          </p:blipFill>
          <p:spPr>
            <a:xfrm>
              <a:off x="5977250" y="2131425"/>
              <a:ext cx="386025" cy="312701"/>
            </a:xfrm>
            <a:prstGeom prst="rect">
              <a:avLst/>
            </a:prstGeom>
            <a:noFill/>
            <a:ln>
              <a:noFill/>
            </a:ln>
          </p:spPr>
        </p:pic>
        <p:cxnSp>
          <p:nvCxnSpPr>
            <p:cNvPr id="33" name="Google Shape;33;p4"/>
            <p:cNvCxnSpPr/>
            <p:nvPr/>
          </p:nvCxnSpPr>
          <p:spPr>
            <a:xfrm>
              <a:off x="6428725" y="2119425"/>
              <a:ext cx="0" cy="340800"/>
            </a:xfrm>
            <a:prstGeom prst="straightConnector1">
              <a:avLst/>
            </a:prstGeom>
            <a:noFill/>
            <a:ln cap="flat" cmpd="sng" w="9525">
              <a:solidFill>
                <a:schemeClr val="lt1"/>
              </a:solidFill>
              <a:prstDash val="solid"/>
              <a:round/>
              <a:headEnd len="med" w="med" type="none"/>
              <a:tailEnd len="med" w="med" type="none"/>
            </a:ln>
          </p:spPr>
        </p:cxnSp>
      </p:grpSp>
      <p:cxnSp>
        <p:nvCxnSpPr>
          <p:cNvPr id="34" name="Google Shape;34;p4"/>
          <p:cNvCxnSpPr/>
          <p:nvPr/>
        </p:nvCxnSpPr>
        <p:spPr>
          <a:xfrm>
            <a:off x="4572000" y="-11400"/>
            <a:ext cx="0" cy="5166300"/>
          </a:xfrm>
          <a:prstGeom prst="straightConnector1">
            <a:avLst/>
          </a:prstGeom>
          <a:noFill/>
          <a:ln cap="flat" cmpd="sng" w="19050">
            <a:solidFill>
              <a:schemeClr val="lt1"/>
            </a:solidFill>
            <a:prstDash val="solid"/>
            <a:round/>
            <a:headEnd len="med" w="med" type="none"/>
            <a:tailEnd len="med" w="med" type="none"/>
          </a:ln>
        </p:spPr>
      </p:cxnSp>
      <p:sp>
        <p:nvSpPr>
          <p:cNvPr id="35" name="Google Shape;35;p4"/>
          <p:cNvSpPr/>
          <p:nvPr/>
        </p:nvSpPr>
        <p:spPr>
          <a:xfrm>
            <a:off x="4305750" y="659275"/>
            <a:ext cx="532500" cy="532500"/>
          </a:xfrm>
          <a:prstGeom prst="ellipse">
            <a:avLst/>
          </a:prstGeom>
          <a:solidFill>
            <a:srgbClr val="F3F3F3"/>
          </a:solidFill>
          <a:ln cap="flat" cmpd="sng" w="38100">
            <a:solidFill>
              <a:srgbClr val="8C30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305750" y="1423450"/>
            <a:ext cx="532500" cy="532500"/>
          </a:xfrm>
          <a:prstGeom prst="ellipse">
            <a:avLst/>
          </a:prstGeom>
          <a:solidFill>
            <a:srgbClr val="F3F3F3"/>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 name="Google Shape;37;p4"/>
          <p:cNvCxnSpPr/>
          <p:nvPr/>
        </p:nvCxnSpPr>
        <p:spPr>
          <a:xfrm>
            <a:off x="5152575" y="953925"/>
            <a:ext cx="2775600" cy="0"/>
          </a:xfrm>
          <a:prstGeom prst="straightConnector1">
            <a:avLst/>
          </a:prstGeom>
          <a:noFill/>
          <a:ln cap="flat" cmpd="sng" w="19050">
            <a:solidFill>
              <a:srgbClr val="EFEFEF"/>
            </a:solidFill>
            <a:prstDash val="solid"/>
            <a:round/>
            <a:headEnd len="med" w="med" type="oval"/>
            <a:tailEnd len="med" w="med" type="none"/>
          </a:ln>
        </p:spPr>
      </p:cxnSp>
      <p:sp>
        <p:nvSpPr>
          <p:cNvPr id="38" name="Google Shape;38;p4"/>
          <p:cNvSpPr/>
          <p:nvPr/>
        </p:nvSpPr>
        <p:spPr>
          <a:xfrm>
            <a:off x="4305750" y="2187625"/>
            <a:ext cx="532500" cy="532500"/>
          </a:xfrm>
          <a:prstGeom prst="ellipse">
            <a:avLst/>
          </a:prstGeom>
          <a:solidFill>
            <a:srgbClr val="F3F3F3"/>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sp>
        <p:nvSpPr>
          <p:cNvPr id="39" name="Google Shape;39;p4"/>
          <p:cNvSpPr/>
          <p:nvPr/>
        </p:nvSpPr>
        <p:spPr>
          <a:xfrm>
            <a:off x="4305750" y="2951800"/>
            <a:ext cx="532500" cy="532500"/>
          </a:xfrm>
          <a:prstGeom prst="ellipse">
            <a:avLst/>
          </a:prstGeom>
          <a:solidFill>
            <a:srgbClr val="F3F3F3"/>
          </a:solid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4305750" y="3715975"/>
            <a:ext cx="532500" cy="532500"/>
          </a:xfrm>
          <a:prstGeom prst="ellipse">
            <a:avLst/>
          </a:prstGeom>
          <a:solidFill>
            <a:srgbClr val="F3F3F3"/>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4"/>
          <p:cNvCxnSpPr/>
          <p:nvPr/>
        </p:nvCxnSpPr>
        <p:spPr>
          <a:xfrm rot="10800000">
            <a:off x="1158450" y="1689700"/>
            <a:ext cx="2775600" cy="0"/>
          </a:xfrm>
          <a:prstGeom prst="straightConnector1">
            <a:avLst/>
          </a:prstGeom>
          <a:noFill/>
          <a:ln cap="flat" cmpd="sng" w="19050">
            <a:solidFill>
              <a:srgbClr val="EFEFEF"/>
            </a:solidFill>
            <a:prstDash val="solid"/>
            <a:round/>
            <a:headEnd len="med" w="med" type="oval"/>
            <a:tailEnd len="med" w="med" type="none"/>
          </a:ln>
        </p:spPr>
      </p:cxnSp>
      <p:cxnSp>
        <p:nvCxnSpPr>
          <p:cNvPr id="42" name="Google Shape;42;p4"/>
          <p:cNvCxnSpPr/>
          <p:nvPr/>
        </p:nvCxnSpPr>
        <p:spPr>
          <a:xfrm>
            <a:off x="5152575" y="2453875"/>
            <a:ext cx="2775600" cy="0"/>
          </a:xfrm>
          <a:prstGeom prst="straightConnector1">
            <a:avLst/>
          </a:prstGeom>
          <a:noFill/>
          <a:ln cap="flat" cmpd="sng" w="19050">
            <a:solidFill>
              <a:srgbClr val="EFEFEF"/>
            </a:solidFill>
            <a:prstDash val="solid"/>
            <a:round/>
            <a:headEnd len="med" w="med" type="oval"/>
            <a:tailEnd len="med" w="med" type="none"/>
          </a:ln>
        </p:spPr>
      </p:cxnSp>
      <p:cxnSp>
        <p:nvCxnSpPr>
          <p:cNvPr id="43" name="Google Shape;43;p4"/>
          <p:cNvCxnSpPr/>
          <p:nvPr/>
        </p:nvCxnSpPr>
        <p:spPr>
          <a:xfrm>
            <a:off x="5152575" y="3982225"/>
            <a:ext cx="2775600" cy="0"/>
          </a:xfrm>
          <a:prstGeom prst="straightConnector1">
            <a:avLst/>
          </a:prstGeom>
          <a:noFill/>
          <a:ln cap="flat" cmpd="sng" w="19050">
            <a:solidFill>
              <a:srgbClr val="EFEFEF"/>
            </a:solidFill>
            <a:prstDash val="solid"/>
            <a:round/>
            <a:headEnd len="med" w="med" type="oval"/>
            <a:tailEnd len="med" w="med" type="none"/>
          </a:ln>
        </p:spPr>
      </p:cxnSp>
      <p:cxnSp>
        <p:nvCxnSpPr>
          <p:cNvPr id="44" name="Google Shape;44;p4"/>
          <p:cNvCxnSpPr/>
          <p:nvPr/>
        </p:nvCxnSpPr>
        <p:spPr>
          <a:xfrm rot="10800000">
            <a:off x="1158450" y="3218050"/>
            <a:ext cx="2775600" cy="0"/>
          </a:xfrm>
          <a:prstGeom prst="straightConnector1">
            <a:avLst/>
          </a:prstGeom>
          <a:noFill/>
          <a:ln cap="flat" cmpd="sng" w="19050">
            <a:solidFill>
              <a:srgbClr val="EFEFEF"/>
            </a:solidFill>
            <a:prstDash val="solid"/>
            <a:round/>
            <a:headEnd len="med" w="med" type="oval"/>
            <a:tailEnd len="med" w="med" type="none"/>
          </a:ln>
        </p:spPr>
      </p:cxnSp>
      <p:cxnSp>
        <p:nvCxnSpPr>
          <p:cNvPr id="45" name="Google Shape;45;p4"/>
          <p:cNvCxnSpPr/>
          <p:nvPr/>
        </p:nvCxnSpPr>
        <p:spPr>
          <a:xfrm>
            <a:off x="0" y="428425"/>
            <a:ext cx="373800" cy="0"/>
          </a:xfrm>
          <a:prstGeom prst="straightConnector1">
            <a:avLst/>
          </a:prstGeom>
          <a:noFill/>
          <a:ln cap="flat" cmpd="sng" w="19050">
            <a:solidFill>
              <a:srgbClr val="F3F3F3"/>
            </a:solidFill>
            <a:prstDash val="solid"/>
            <a:round/>
            <a:headEnd len="med" w="med" type="none"/>
            <a:tailEnd len="med" w="med" type="none"/>
          </a:ln>
        </p:spPr>
      </p:cxnSp>
      <p:sp>
        <p:nvSpPr>
          <p:cNvPr id="46" name="Google Shape;46;p4"/>
          <p:cNvSpPr txBox="1"/>
          <p:nvPr>
            <p:ph type="title"/>
          </p:nvPr>
        </p:nvSpPr>
        <p:spPr>
          <a:xfrm>
            <a:off x="5163175" y="56892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sz="14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
        <p:nvSpPr>
          <p:cNvPr id="47" name="Google Shape;47;p4"/>
          <p:cNvSpPr txBox="1"/>
          <p:nvPr>
            <p:ph idx="2" type="title"/>
          </p:nvPr>
        </p:nvSpPr>
        <p:spPr>
          <a:xfrm>
            <a:off x="5163175" y="206027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sz="14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
        <p:nvSpPr>
          <p:cNvPr id="48" name="Google Shape;48;p4"/>
          <p:cNvSpPr txBox="1"/>
          <p:nvPr>
            <p:ph idx="3" type="title"/>
          </p:nvPr>
        </p:nvSpPr>
        <p:spPr>
          <a:xfrm>
            <a:off x="5163175" y="358862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sz="14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
        <p:nvSpPr>
          <p:cNvPr id="49" name="Google Shape;49;p4"/>
          <p:cNvSpPr txBox="1"/>
          <p:nvPr>
            <p:ph idx="4" type="title"/>
          </p:nvPr>
        </p:nvSpPr>
        <p:spPr>
          <a:xfrm>
            <a:off x="1158450" y="1296100"/>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sz="14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
        <p:nvSpPr>
          <p:cNvPr id="50" name="Google Shape;50;p4"/>
          <p:cNvSpPr txBox="1"/>
          <p:nvPr>
            <p:ph idx="5" type="title"/>
          </p:nvPr>
        </p:nvSpPr>
        <p:spPr>
          <a:xfrm>
            <a:off x="1158450" y="2824450"/>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sz="14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
        <p:nvSpPr>
          <p:cNvPr id="51" name="Google Shape;51;p4"/>
          <p:cNvSpPr/>
          <p:nvPr>
            <p:ph idx="6" type="pic"/>
          </p:nvPr>
        </p:nvSpPr>
        <p:spPr>
          <a:xfrm>
            <a:off x="4375200" y="728725"/>
            <a:ext cx="393600" cy="393600"/>
          </a:xfrm>
          <a:prstGeom prst="ellipse">
            <a:avLst/>
          </a:prstGeom>
          <a:noFill/>
          <a:ln>
            <a:noFill/>
          </a:ln>
        </p:spPr>
      </p:sp>
      <p:sp>
        <p:nvSpPr>
          <p:cNvPr id="52" name="Google Shape;52;p4"/>
          <p:cNvSpPr/>
          <p:nvPr>
            <p:ph idx="7" type="pic"/>
          </p:nvPr>
        </p:nvSpPr>
        <p:spPr>
          <a:xfrm>
            <a:off x="4375200" y="1492900"/>
            <a:ext cx="393600" cy="393600"/>
          </a:xfrm>
          <a:prstGeom prst="ellipse">
            <a:avLst/>
          </a:prstGeom>
          <a:noFill/>
          <a:ln>
            <a:noFill/>
          </a:ln>
        </p:spPr>
      </p:sp>
      <p:sp>
        <p:nvSpPr>
          <p:cNvPr id="53" name="Google Shape;53;p4"/>
          <p:cNvSpPr/>
          <p:nvPr>
            <p:ph idx="8" type="pic"/>
          </p:nvPr>
        </p:nvSpPr>
        <p:spPr>
          <a:xfrm>
            <a:off x="4375200" y="2257075"/>
            <a:ext cx="393600" cy="393600"/>
          </a:xfrm>
          <a:prstGeom prst="ellipse">
            <a:avLst/>
          </a:prstGeom>
          <a:noFill/>
          <a:ln>
            <a:noFill/>
          </a:ln>
        </p:spPr>
      </p:sp>
      <p:sp>
        <p:nvSpPr>
          <p:cNvPr id="54" name="Google Shape;54;p4"/>
          <p:cNvSpPr/>
          <p:nvPr>
            <p:ph idx="9" type="pic"/>
          </p:nvPr>
        </p:nvSpPr>
        <p:spPr>
          <a:xfrm>
            <a:off x="4375200" y="3021250"/>
            <a:ext cx="393600" cy="393600"/>
          </a:xfrm>
          <a:prstGeom prst="ellipse">
            <a:avLst/>
          </a:prstGeom>
          <a:noFill/>
          <a:ln>
            <a:noFill/>
          </a:ln>
        </p:spPr>
      </p:sp>
      <p:sp>
        <p:nvSpPr>
          <p:cNvPr id="55" name="Google Shape;55;p4"/>
          <p:cNvSpPr/>
          <p:nvPr>
            <p:ph idx="13" type="pic"/>
          </p:nvPr>
        </p:nvSpPr>
        <p:spPr>
          <a:xfrm>
            <a:off x="4375200" y="3785425"/>
            <a:ext cx="393600" cy="393600"/>
          </a:xfrm>
          <a:prstGeom prst="ellipse">
            <a:avLst/>
          </a:prstGeom>
          <a:noFill/>
          <a:ln>
            <a:noFill/>
          </a:ln>
        </p:spPr>
      </p:sp>
      <p:sp>
        <p:nvSpPr>
          <p:cNvPr id="56" name="Google Shape;56;p4"/>
          <p:cNvSpPr txBox="1"/>
          <p:nvPr>
            <p:ph idx="14" type="title"/>
          </p:nvPr>
        </p:nvSpPr>
        <p:spPr>
          <a:xfrm>
            <a:off x="395375" y="211100"/>
            <a:ext cx="2477700" cy="4482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accent1"/>
              </a:buClr>
              <a:buSzPts val="1800"/>
              <a:buNone/>
              <a:defRPr b="1" sz="1800">
                <a:solidFill>
                  <a:schemeClr val="accent1"/>
                </a:solidFill>
                <a:latin typeface="Ubuntu"/>
                <a:ea typeface="Ubuntu"/>
                <a:cs typeface="Ubuntu"/>
                <a:sym typeface="Ubuntu"/>
              </a:defRPr>
            </a:lvl1pPr>
            <a:lvl2pPr lvl="1" rtl="0">
              <a:spcBef>
                <a:spcPts val="0"/>
              </a:spcBef>
              <a:spcAft>
                <a:spcPts val="0"/>
              </a:spcAft>
              <a:buSzPts val="1800"/>
              <a:buNone/>
              <a:defRPr sz="1800">
                <a:latin typeface="Ubuntu"/>
                <a:ea typeface="Ubuntu"/>
                <a:cs typeface="Ubuntu"/>
                <a:sym typeface="Ubuntu"/>
              </a:defRPr>
            </a:lvl2pPr>
            <a:lvl3pPr lvl="2" rtl="0">
              <a:spcBef>
                <a:spcPts val="0"/>
              </a:spcBef>
              <a:spcAft>
                <a:spcPts val="0"/>
              </a:spcAft>
              <a:buSzPts val="1800"/>
              <a:buNone/>
              <a:defRPr sz="1800">
                <a:latin typeface="Ubuntu"/>
                <a:ea typeface="Ubuntu"/>
                <a:cs typeface="Ubuntu"/>
                <a:sym typeface="Ubuntu"/>
              </a:defRPr>
            </a:lvl3pPr>
            <a:lvl4pPr lvl="3" rtl="0">
              <a:spcBef>
                <a:spcPts val="0"/>
              </a:spcBef>
              <a:spcAft>
                <a:spcPts val="0"/>
              </a:spcAft>
              <a:buSzPts val="1800"/>
              <a:buNone/>
              <a:defRPr sz="1800">
                <a:latin typeface="Ubuntu"/>
                <a:ea typeface="Ubuntu"/>
                <a:cs typeface="Ubuntu"/>
                <a:sym typeface="Ubuntu"/>
              </a:defRPr>
            </a:lvl4pPr>
            <a:lvl5pPr lvl="4" rtl="0">
              <a:spcBef>
                <a:spcPts val="0"/>
              </a:spcBef>
              <a:spcAft>
                <a:spcPts val="0"/>
              </a:spcAft>
              <a:buSzPts val="1800"/>
              <a:buNone/>
              <a:defRPr sz="1800">
                <a:latin typeface="Ubuntu"/>
                <a:ea typeface="Ubuntu"/>
                <a:cs typeface="Ubuntu"/>
                <a:sym typeface="Ubuntu"/>
              </a:defRPr>
            </a:lvl5pPr>
            <a:lvl6pPr lvl="5" rtl="0">
              <a:spcBef>
                <a:spcPts val="0"/>
              </a:spcBef>
              <a:spcAft>
                <a:spcPts val="0"/>
              </a:spcAft>
              <a:buSzPts val="1800"/>
              <a:buNone/>
              <a:defRPr sz="1800">
                <a:latin typeface="Ubuntu"/>
                <a:ea typeface="Ubuntu"/>
                <a:cs typeface="Ubuntu"/>
                <a:sym typeface="Ubuntu"/>
              </a:defRPr>
            </a:lvl6pPr>
            <a:lvl7pPr lvl="6" rtl="0">
              <a:spcBef>
                <a:spcPts val="0"/>
              </a:spcBef>
              <a:spcAft>
                <a:spcPts val="0"/>
              </a:spcAft>
              <a:buSzPts val="1800"/>
              <a:buNone/>
              <a:defRPr sz="1800">
                <a:latin typeface="Ubuntu"/>
                <a:ea typeface="Ubuntu"/>
                <a:cs typeface="Ubuntu"/>
                <a:sym typeface="Ubuntu"/>
              </a:defRPr>
            </a:lvl7pPr>
            <a:lvl8pPr lvl="7" rtl="0">
              <a:spcBef>
                <a:spcPts val="0"/>
              </a:spcBef>
              <a:spcAft>
                <a:spcPts val="0"/>
              </a:spcAft>
              <a:buSzPts val="1800"/>
              <a:buNone/>
              <a:defRPr sz="1800">
                <a:latin typeface="Ubuntu"/>
                <a:ea typeface="Ubuntu"/>
                <a:cs typeface="Ubuntu"/>
                <a:sym typeface="Ubuntu"/>
              </a:defRPr>
            </a:lvl8pPr>
            <a:lvl9pPr lvl="8" rtl="0">
              <a:spcBef>
                <a:spcPts val="0"/>
              </a:spcBef>
              <a:spcAft>
                <a:spcPts val="0"/>
              </a:spcAft>
              <a:buSzPts val="1800"/>
              <a:buNone/>
              <a:defRPr sz="1800">
                <a:latin typeface="Ubuntu"/>
                <a:ea typeface="Ubuntu"/>
                <a:cs typeface="Ubuntu"/>
                <a:sym typeface="Ubuntu"/>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 Light">
  <p:cSld name="TITLE_1">
    <p:spTree>
      <p:nvGrpSpPr>
        <p:cNvPr id="57" name="Shape 57"/>
        <p:cNvGrpSpPr/>
        <p:nvPr/>
      </p:nvGrpSpPr>
      <p:grpSpPr>
        <a:xfrm>
          <a:off x="0" y="0"/>
          <a:ext cx="0" cy="0"/>
          <a:chOff x="0" y="0"/>
          <a:chExt cx="0" cy="0"/>
        </a:xfrm>
      </p:grpSpPr>
      <p:sp>
        <p:nvSpPr>
          <p:cNvPr id="58" name="Google Shape;58;p5"/>
          <p:cNvSpPr txBox="1"/>
          <p:nvPr>
            <p:ph type="title"/>
          </p:nvPr>
        </p:nvSpPr>
        <p:spPr>
          <a:xfrm>
            <a:off x="5163175" y="56892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1400"/>
              <a:buNone/>
              <a:defRPr sz="1400">
                <a:solidFill>
                  <a:srgbClr val="292929"/>
                </a:solidFill>
                <a:latin typeface="Ubuntu"/>
                <a:ea typeface="Ubuntu"/>
                <a:cs typeface="Ubuntu"/>
                <a:sym typeface="Ubuntu"/>
              </a:defRPr>
            </a:lvl1pPr>
            <a:lvl2pPr lvl="1" rtl="0">
              <a:spcBef>
                <a:spcPts val="0"/>
              </a:spcBef>
              <a:spcAft>
                <a:spcPts val="0"/>
              </a:spcAft>
              <a:buClr>
                <a:srgbClr val="292929"/>
              </a:buClr>
              <a:buSzPts val="2800"/>
              <a:buNone/>
              <a:defRPr>
                <a:solidFill>
                  <a:srgbClr val="292929"/>
                </a:solidFill>
                <a:latin typeface="Ubuntu"/>
                <a:ea typeface="Ubuntu"/>
                <a:cs typeface="Ubuntu"/>
                <a:sym typeface="Ubuntu"/>
              </a:defRPr>
            </a:lvl2pPr>
            <a:lvl3pPr lvl="2" rtl="0">
              <a:spcBef>
                <a:spcPts val="0"/>
              </a:spcBef>
              <a:spcAft>
                <a:spcPts val="0"/>
              </a:spcAft>
              <a:buClr>
                <a:srgbClr val="292929"/>
              </a:buClr>
              <a:buSzPts val="2800"/>
              <a:buNone/>
              <a:defRPr>
                <a:solidFill>
                  <a:srgbClr val="292929"/>
                </a:solidFill>
                <a:latin typeface="Ubuntu"/>
                <a:ea typeface="Ubuntu"/>
                <a:cs typeface="Ubuntu"/>
                <a:sym typeface="Ubuntu"/>
              </a:defRPr>
            </a:lvl3pPr>
            <a:lvl4pPr lvl="3" rtl="0">
              <a:spcBef>
                <a:spcPts val="0"/>
              </a:spcBef>
              <a:spcAft>
                <a:spcPts val="0"/>
              </a:spcAft>
              <a:buClr>
                <a:srgbClr val="292929"/>
              </a:buClr>
              <a:buSzPts val="2800"/>
              <a:buNone/>
              <a:defRPr>
                <a:solidFill>
                  <a:srgbClr val="292929"/>
                </a:solidFill>
                <a:latin typeface="Ubuntu"/>
                <a:ea typeface="Ubuntu"/>
                <a:cs typeface="Ubuntu"/>
                <a:sym typeface="Ubuntu"/>
              </a:defRPr>
            </a:lvl4pPr>
            <a:lvl5pPr lvl="4" rtl="0">
              <a:spcBef>
                <a:spcPts val="0"/>
              </a:spcBef>
              <a:spcAft>
                <a:spcPts val="0"/>
              </a:spcAft>
              <a:buClr>
                <a:srgbClr val="292929"/>
              </a:buClr>
              <a:buSzPts val="2800"/>
              <a:buNone/>
              <a:defRPr>
                <a:solidFill>
                  <a:srgbClr val="292929"/>
                </a:solidFill>
                <a:latin typeface="Ubuntu"/>
                <a:ea typeface="Ubuntu"/>
                <a:cs typeface="Ubuntu"/>
                <a:sym typeface="Ubuntu"/>
              </a:defRPr>
            </a:lvl5pPr>
            <a:lvl6pPr lvl="5" rtl="0">
              <a:spcBef>
                <a:spcPts val="0"/>
              </a:spcBef>
              <a:spcAft>
                <a:spcPts val="0"/>
              </a:spcAft>
              <a:buClr>
                <a:srgbClr val="292929"/>
              </a:buClr>
              <a:buSzPts val="2800"/>
              <a:buNone/>
              <a:defRPr>
                <a:solidFill>
                  <a:srgbClr val="292929"/>
                </a:solidFill>
                <a:latin typeface="Ubuntu"/>
                <a:ea typeface="Ubuntu"/>
                <a:cs typeface="Ubuntu"/>
                <a:sym typeface="Ubuntu"/>
              </a:defRPr>
            </a:lvl6pPr>
            <a:lvl7pPr lvl="6" rtl="0">
              <a:spcBef>
                <a:spcPts val="0"/>
              </a:spcBef>
              <a:spcAft>
                <a:spcPts val="0"/>
              </a:spcAft>
              <a:buClr>
                <a:srgbClr val="292929"/>
              </a:buClr>
              <a:buSzPts val="2800"/>
              <a:buNone/>
              <a:defRPr>
                <a:solidFill>
                  <a:srgbClr val="292929"/>
                </a:solidFill>
                <a:latin typeface="Ubuntu"/>
                <a:ea typeface="Ubuntu"/>
                <a:cs typeface="Ubuntu"/>
                <a:sym typeface="Ubuntu"/>
              </a:defRPr>
            </a:lvl7pPr>
            <a:lvl8pPr lvl="7" rtl="0">
              <a:spcBef>
                <a:spcPts val="0"/>
              </a:spcBef>
              <a:spcAft>
                <a:spcPts val="0"/>
              </a:spcAft>
              <a:buClr>
                <a:srgbClr val="292929"/>
              </a:buClr>
              <a:buSzPts val="2800"/>
              <a:buNone/>
              <a:defRPr>
                <a:solidFill>
                  <a:srgbClr val="292929"/>
                </a:solidFill>
                <a:latin typeface="Ubuntu"/>
                <a:ea typeface="Ubuntu"/>
                <a:cs typeface="Ubuntu"/>
                <a:sym typeface="Ubuntu"/>
              </a:defRPr>
            </a:lvl8pPr>
            <a:lvl9pPr lvl="8" rtl="0">
              <a:spcBef>
                <a:spcPts val="0"/>
              </a:spcBef>
              <a:spcAft>
                <a:spcPts val="0"/>
              </a:spcAft>
              <a:buClr>
                <a:srgbClr val="292929"/>
              </a:buClr>
              <a:buSzPts val="2800"/>
              <a:buNone/>
              <a:defRPr>
                <a:solidFill>
                  <a:srgbClr val="292929"/>
                </a:solidFill>
                <a:latin typeface="Ubuntu"/>
                <a:ea typeface="Ubuntu"/>
                <a:cs typeface="Ubuntu"/>
                <a:sym typeface="Ubuntu"/>
              </a:defRPr>
            </a:lvl9pPr>
          </a:lstStyle>
          <a:p/>
        </p:txBody>
      </p:sp>
      <p:sp>
        <p:nvSpPr>
          <p:cNvPr id="59" name="Google Shape;59;p5"/>
          <p:cNvSpPr txBox="1"/>
          <p:nvPr>
            <p:ph idx="2" type="title"/>
          </p:nvPr>
        </p:nvSpPr>
        <p:spPr>
          <a:xfrm>
            <a:off x="5163175" y="206027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1400"/>
              <a:buNone/>
              <a:defRPr sz="1400">
                <a:solidFill>
                  <a:srgbClr val="292929"/>
                </a:solidFill>
                <a:latin typeface="Ubuntu"/>
                <a:ea typeface="Ubuntu"/>
                <a:cs typeface="Ubuntu"/>
                <a:sym typeface="Ubuntu"/>
              </a:defRPr>
            </a:lvl1pPr>
            <a:lvl2pPr lvl="1" rtl="0">
              <a:spcBef>
                <a:spcPts val="0"/>
              </a:spcBef>
              <a:spcAft>
                <a:spcPts val="0"/>
              </a:spcAft>
              <a:buClr>
                <a:srgbClr val="292929"/>
              </a:buClr>
              <a:buSzPts val="2800"/>
              <a:buNone/>
              <a:defRPr>
                <a:solidFill>
                  <a:srgbClr val="292929"/>
                </a:solidFill>
                <a:latin typeface="Ubuntu"/>
                <a:ea typeface="Ubuntu"/>
                <a:cs typeface="Ubuntu"/>
                <a:sym typeface="Ubuntu"/>
              </a:defRPr>
            </a:lvl2pPr>
            <a:lvl3pPr lvl="2" rtl="0">
              <a:spcBef>
                <a:spcPts val="0"/>
              </a:spcBef>
              <a:spcAft>
                <a:spcPts val="0"/>
              </a:spcAft>
              <a:buClr>
                <a:srgbClr val="292929"/>
              </a:buClr>
              <a:buSzPts val="2800"/>
              <a:buNone/>
              <a:defRPr>
                <a:solidFill>
                  <a:srgbClr val="292929"/>
                </a:solidFill>
                <a:latin typeface="Ubuntu"/>
                <a:ea typeface="Ubuntu"/>
                <a:cs typeface="Ubuntu"/>
                <a:sym typeface="Ubuntu"/>
              </a:defRPr>
            </a:lvl3pPr>
            <a:lvl4pPr lvl="3" rtl="0">
              <a:spcBef>
                <a:spcPts val="0"/>
              </a:spcBef>
              <a:spcAft>
                <a:spcPts val="0"/>
              </a:spcAft>
              <a:buClr>
                <a:srgbClr val="292929"/>
              </a:buClr>
              <a:buSzPts val="2800"/>
              <a:buNone/>
              <a:defRPr>
                <a:solidFill>
                  <a:srgbClr val="292929"/>
                </a:solidFill>
                <a:latin typeface="Ubuntu"/>
                <a:ea typeface="Ubuntu"/>
                <a:cs typeface="Ubuntu"/>
                <a:sym typeface="Ubuntu"/>
              </a:defRPr>
            </a:lvl4pPr>
            <a:lvl5pPr lvl="4" rtl="0">
              <a:spcBef>
                <a:spcPts val="0"/>
              </a:spcBef>
              <a:spcAft>
                <a:spcPts val="0"/>
              </a:spcAft>
              <a:buClr>
                <a:srgbClr val="292929"/>
              </a:buClr>
              <a:buSzPts val="2800"/>
              <a:buNone/>
              <a:defRPr>
                <a:solidFill>
                  <a:srgbClr val="292929"/>
                </a:solidFill>
                <a:latin typeface="Ubuntu"/>
                <a:ea typeface="Ubuntu"/>
                <a:cs typeface="Ubuntu"/>
                <a:sym typeface="Ubuntu"/>
              </a:defRPr>
            </a:lvl5pPr>
            <a:lvl6pPr lvl="5" rtl="0">
              <a:spcBef>
                <a:spcPts val="0"/>
              </a:spcBef>
              <a:spcAft>
                <a:spcPts val="0"/>
              </a:spcAft>
              <a:buClr>
                <a:srgbClr val="292929"/>
              </a:buClr>
              <a:buSzPts val="2800"/>
              <a:buNone/>
              <a:defRPr>
                <a:solidFill>
                  <a:srgbClr val="292929"/>
                </a:solidFill>
                <a:latin typeface="Ubuntu"/>
                <a:ea typeface="Ubuntu"/>
                <a:cs typeface="Ubuntu"/>
                <a:sym typeface="Ubuntu"/>
              </a:defRPr>
            </a:lvl6pPr>
            <a:lvl7pPr lvl="6" rtl="0">
              <a:spcBef>
                <a:spcPts val="0"/>
              </a:spcBef>
              <a:spcAft>
                <a:spcPts val="0"/>
              </a:spcAft>
              <a:buClr>
                <a:srgbClr val="292929"/>
              </a:buClr>
              <a:buSzPts val="2800"/>
              <a:buNone/>
              <a:defRPr>
                <a:solidFill>
                  <a:srgbClr val="292929"/>
                </a:solidFill>
                <a:latin typeface="Ubuntu"/>
                <a:ea typeface="Ubuntu"/>
                <a:cs typeface="Ubuntu"/>
                <a:sym typeface="Ubuntu"/>
              </a:defRPr>
            </a:lvl7pPr>
            <a:lvl8pPr lvl="7" rtl="0">
              <a:spcBef>
                <a:spcPts val="0"/>
              </a:spcBef>
              <a:spcAft>
                <a:spcPts val="0"/>
              </a:spcAft>
              <a:buClr>
                <a:srgbClr val="292929"/>
              </a:buClr>
              <a:buSzPts val="2800"/>
              <a:buNone/>
              <a:defRPr>
                <a:solidFill>
                  <a:srgbClr val="292929"/>
                </a:solidFill>
                <a:latin typeface="Ubuntu"/>
                <a:ea typeface="Ubuntu"/>
                <a:cs typeface="Ubuntu"/>
                <a:sym typeface="Ubuntu"/>
              </a:defRPr>
            </a:lvl8pPr>
            <a:lvl9pPr lvl="8" rtl="0">
              <a:spcBef>
                <a:spcPts val="0"/>
              </a:spcBef>
              <a:spcAft>
                <a:spcPts val="0"/>
              </a:spcAft>
              <a:buClr>
                <a:srgbClr val="292929"/>
              </a:buClr>
              <a:buSzPts val="2800"/>
              <a:buNone/>
              <a:defRPr>
                <a:solidFill>
                  <a:srgbClr val="292929"/>
                </a:solidFill>
                <a:latin typeface="Ubuntu"/>
                <a:ea typeface="Ubuntu"/>
                <a:cs typeface="Ubuntu"/>
                <a:sym typeface="Ubuntu"/>
              </a:defRPr>
            </a:lvl9pPr>
          </a:lstStyle>
          <a:p/>
        </p:txBody>
      </p:sp>
      <p:sp>
        <p:nvSpPr>
          <p:cNvPr id="60" name="Google Shape;60;p5"/>
          <p:cNvSpPr txBox="1"/>
          <p:nvPr>
            <p:ph idx="3" type="title"/>
          </p:nvPr>
        </p:nvSpPr>
        <p:spPr>
          <a:xfrm>
            <a:off x="5163175" y="3588625"/>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1400"/>
              <a:buNone/>
              <a:defRPr sz="1400">
                <a:solidFill>
                  <a:srgbClr val="292929"/>
                </a:solidFill>
                <a:latin typeface="Ubuntu"/>
                <a:ea typeface="Ubuntu"/>
                <a:cs typeface="Ubuntu"/>
                <a:sym typeface="Ubuntu"/>
              </a:defRPr>
            </a:lvl1pPr>
            <a:lvl2pPr lvl="1" rtl="0">
              <a:spcBef>
                <a:spcPts val="0"/>
              </a:spcBef>
              <a:spcAft>
                <a:spcPts val="0"/>
              </a:spcAft>
              <a:buClr>
                <a:srgbClr val="292929"/>
              </a:buClr>
              <a:buSzPts val="2800"/>
              <a:buNone/>
              <a:defRPr>
                <a:solidFill>
                  <a:srgbClr val="292929"/>
                </a:solidFill>
                <a:latin typeface="Ubuntu"/>
                <a:ea typeface="Ubuntu"/>
                <a:cs typeface="Ubuntu"/>
                <a:sym typeface="Ubuntu"/>
              </a:defRPr>
            </a:lvl2pPr>
            <a:lvl3pPr lvl="2" rtl="0">
              <a:spcBef>
                <a:spcPts val="0"/>
              </a:spcBef>
              <a:spcAft>
                <a:spcPts val="0"/>
              </a:spcAft>
              <a:buClr>
                <a:srgbClr val="292929"/>
              </a:buClr>
              <a:buSzPts val="2800"/>
              <a:buNone/>
              <a:defRPr>
                <a:solidFill>
                  <a:srgbClr val="292929"/>
                </a:solidFill>
                <a:latin typeface="Ubuntu"/>
                <a:ea typeface="Ubuntu"/>
                <a:cs typeface="Ubuntu"/>
                <a:sym typeface="Ubuntu"/>
              </a:defRPr>
            </a:lvl3pPr>
            <a:lvl4pPr lvl="3" rtl="0">
              <a:spcBef>
                <a:spcPts val="0"/>
              </a:spcBef>
              <a:spcAft>
                <a:spcPts val="0"/>
              </a:spcAft>
              <a:buClr>
                <a:srgbClr val="292929"/>
              </a:buClr>
              <a:buSzPts val="2800"/>
              <a:buNone/>
              <a:defRPr>
                <a:solidFill>
                  <a:srgbClr val="292929"/>
                </a:solidFill>
                <a:latin typeface="Ubuntu"/>
                <a:ea typeface="Ubuntu"/>
                <a:cs typeface="Ubuntu"/>
                <a:sym typeface="Ubuntu"/>
              </a:defRPr>
            </a:lvl4pPr>
            <a:lvl5pPr lvl="4" rtl="0">
              <a:spcBef>
                <a:spcPts val="0"/>
              </a:spcBef>
              <a:spcAft>
                <a:spcPts val="0"/>
              </a:spcAft>
              <a:buClr>
                <a:srgbClr val="292929"/>
              </a:buClr>
              <a:buSzPts val="2800"/>
              <a:buNone/>
              <a:defRPr>
                <a:solidFill>
                  <a:srgbClr val="292929"/>
                </a:solidFill>
                <a:latin typeface="Ubuntu"/>
                <a:ea typeface="Ubuntu"/>
                <a:cs typeface="Ubuntu"/>
                <a:sym typeface="Ubuntu"/>
              </a:defRPr>
            </a:lvl5pPr>
            <a:lvl6pPr lvl="5" rtl="0">
              <a:spcBef>
                <a:spcPts val="0"/>
              </a:spcBef>
              <a:spcAft>
                <a:spcPts val="0"/>
              </a:spcAft>
              <a:buClr>
                <a:srgbClr val="292929"/>
              </a:buClr>
              <a:buSzPts val="2800"/>
              <a:buNone/>
              <a:defRPr>
                <a:solidFill>
                  <a:srgbClr val="292929"/>
                </a:solidFill>
                <a:latin typeface="Ubuntu"/>
                <a:ea typeface="Ubuntu"/>
                <a:cs typeface="Ubuntu"/>
                <a:sym typeface="Ubuntu"/>
              </a:defRPr>
            </a:lvl6pPr>
            <a:lvl7pPr lvl="6" rtl="0">
              <a:spcBef>
                <a:spcPts val="0"/>
              </a:spcBef>
              <a:spcAft>
                <a:spcPts val="0"/>
              </a:spcAft>
              <a:buClr>
                <a:srgbClr val="292929"/>
              </a:buClr>
              <a:buSzPts val="2800"/>
              <a:buNone/>
              <a:defRPr>
                <a:solidFill>
                  <a:srgbClr val="292929"/>
                </a:solidFill>
                <a:latin typeface="Ubuntu"/>
                <a:ea typeface="Ubuntu"/>
                <a:cs typeface="Ubuntu"/>
                <a:sym typeface="Ubuntu"/>
              </a:defRPr>
            </a:lvl7pPr>
            <a:lvl8pPr lvl="7" rtl="0">
              <a:spcBef>
                <a:spcPts val="0"/>
              </a:spcBef>
              <a:spcAft>
                <a:spcPts val="0"/>
              </a:spcAft>
              <a:buClr>
                <a:srgbClr val="292929"/>
              </a:buClr>
              <a:buSzPts val="2800"/>
              <a:buNone/>
              <a:defRPr>
                <a:solidFill>
                  <a:srgbClr val="292929"/>
                </a:solidFill>
                <a:latin typeface="Ubuntu"/>
                <a:ea typeface="Ubuntu"/>
                <a:cs typeface="Ubuntu"/>
                <a:sym typeface="Ubuntu"/>
              </a:defRPr>
            </a:lvl8pPr>
            <a:lvl9pPr lvl="8" rtl="0">
              <a:spcBef>
                <a:spcPts val="0"/>
              </a:spcBef>
              <a:spcAft>
                <a:spcPts val="0"/>
              </a:spcAft>
              <a:buClr>
                <a:srgbClr val="292929"/>
              </a:buClr>
              <a:buSzPts val="2800"/>
              <a:buNone/>
              <a:defRPr>
                <a:solidFill>
                  <a:srgbClr val="292929"/>
                </a:solidFill>
                <a:latin typeface="Ubuntu"/>
                <a:ea typeface="Ubuntu"/>
                <a:cs typeface="Ubuntu"/>
                <a:sym typeface="Ubuntu"/>
              </a:defRPr>
            </a:lvl9pPr>
          </a:lstStyle>
          <a:p/>
        </p:txBody>
      </p:sp>
      <p:sp>
        <p:nvSpPr>
          <p:cNvPr id="61" name="Google Shape;61;p5"/>
          <p:cNvSpPr txBox="1"/>
          <p:nvPr>
            <p:ph idx="4" type="title"/>
          </p:nvPr>
        </p:nvSpPr>
        <p:spPr>
          <a:xfrm>
            <a:off x="1158450" y="1296100"/>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1400"/>
              <a:buNone/>
              <a:defRPr sz="1400">
                <a:solidFill>
                  <a:srgbClr val="292929"/>
                </a:solidFill>
                <a:latin typeface="Ubuntu"/>
                <a:ea typeface="Ubuntu"/>
                <a:cs typeface="Ubuntu"/>
                <a:sym typeface="Ubuntu"/>
              </a:defRPr>
            </a:lvl1pPr>
            <a:lvl2pPr lvl="1" rtl="0">
              <a:spcBef>
                <a:spcPts val="0"/>
              </a:spcBef>
              <a:spcAft>
                <a:spcPts val="0"/>
              </a:spcAft>
              <a:buClr>
                <a:srgbClr val="292929"/>
              </a:buClr>
              <a:buSzPts val="2800"/>
              <a:buNone/>
              <a:defRPr>
                <a:solidFill>
                  <a:srgbClr val="292929"/>
                </a:solidFill>
                <a:latin typeface="Ubuntu"/>
                <a:ea typeface="Ubuntu"/>
                <a:cs typeface="Ubuntu"/>
                <a:sym typeface="Ubuntu"/>
              </a:defRPr>
            </a:lvl2pPr>
            <a:lvl3pPr lvl="2" rtl="0">
              <a:spcBef>
                <a:spcPts val="0"/>
              </a:spcBef>
              <a:spcAft>
                <a:spcPts val="0"/>
              </a:spcAft>
              <a:buClr>
                <a:srgbClr val="292929"/>
              </a:buClr>
              <a:buSzPts val="2800"/>
              <a:buNone/>
              <a:defRPr>
                <a:solidFill>
                  <a:srgbClr val="292929"/>
                </a:solidFill>
                <a:latin typeface="Ubuntu"/>
                <a:ea typeface="Ubuntu"/>
                <a:cs typeface="Ubuntu"/>
                <a:sym typeface="Ubuntu"/>
              </a:defRPr>
            </a:lvl3pPr>
            <a:lvl4pPr lvl="3" rtl="0">
              <a:spcBef>
                <a:spcPts val="0"/>
              </a:spcBef>
              <a:spcAft>
                <a:spcPts val="0"/>
              </a:spcAft>
              <a:buClr>
                <a:srgbClr val="292929"/>
              </a:buClr>
              <a:buSzPts val="2800"/>
              <a:buNone/>
              <a:defRPr>
                <a:solidFill>
                  <a:srgbClr val="292929"/>
                </a:solidFill>
                <a:latin typeface="Ubuntu"/>
                <a:ea typeface="Ubuntu"/>
                <a:cs typeface="Ubuntu"/>
                <a:sym typeface="Ubuntu"/>
              </a:defRPr>
            </a:lvl4pPr>
            <a:lvl5pPr lvl="4" rtl="0">
              <a:spcBef>
                <a:spcPts val="0"/>
              </a:spcBef>
              <a:spcAft>
                <a:spcPts val="0"/>
              </a:spcAft>
              <a:buClr>
                <a:srgbClr val="292929"/>
              </a:buClr>
              <a:buSzPts val="2800"/>
              <a:buNone/>
              <a:defRPr>
                <a:solidFill>
                  <a:srgbClr val="292929"/>
                </a:solidFill>
                <a:latin typeface="Ubuntu"/>
                <a:ea typeface="Ubuntu"/>
                <a:cs typeface="Ubuntu"/>
                <a:sym typeface="Ubuntu"/>
              </a:defRPr>
            </a:lvl5pPr>
            <a:lvl6pPr lvl="5" rtl="0">
              <a:spcBef>
                <a:spcPts val="0"/>
              </a:spcBef>
              <a:spcAft>
                <a:spcPts val="0"/>
              </a:spcAft>
              <a:buClr>
                <a:srgbClr val="292929"/>
              </a:buClr>
              <a:buSzPts val="2800"/>
              <a:buNone/>
              <a:defRPr>
                <a:solidFill>
                  <a:srgbClr val="292929"/>
                </a:solidFill>
                <a:latin typeface="Ubuntu"/>
                <a:ea typeface="Ubuntu"/>
                <a:cs typeface="Ubuntu"/>
                <a:sym typeface="Ubuntu"/>
              </a:defRPr>
            </a:lvl6pPr>
            <a:lvl7pPr lvl="6" rtl="0">
              <a:spcBef>
                <a:spcPts val="0"/>
              </a:spcBef>
              <a:spcAft>
                <a:spcPts val="0"/>
              </a:spcAft>
              <a:buClr>
                <a:srgbClr val="292929"/>
              </a:buClr>
              <a:buSzPts val="2800"/>
              <a:buNone/>
              <a:defRPr>
                <a:solidFill>
                  <a:srgbClr val="292929"/>
                </a:solidFill>
                <a:latin typeface="Ubuntu"/>
                <a:ea typeface="Ubuntu"/>
                <a:cs typeface="Ubuntu"/>
                <a:sym typeface="Ubuntu"/>
              </a:defRPr>
            </a:lvl7pPr>
            <a:lvl8pPr lvl="7" rtl="0">
              <a:spcBef>
                <a:spcPts val="0"/>
              </a:spcBef>
              <a:spcAft>
                <a:spcPts val="0"/>
              </a:spcAft>
              <a:buClr>
                <a:srgbClr val="292929"/>
              </a:buClr>
              <a:buSzPts val="2800"/>
              <a:buNone/>
              <a:defRPr>
                <a:solidFill>
                  <a:srgbClr val="292929"/>
                </a:solidFill>
                <a:latin typeface="Ubuntu"/>
                <a:ea typeface="Ubuntu"/>
                <a:cs typeface="Ubuntu"/>
                <a:sym typeface="Ubuntu"/>
              </a:defRPr>
            </a:lvl8pPr>
            <a:lvl9pPr lvl="8" rtl="0">
              <a:spcBef>
                <a:spcPts val="0"/>
              </a:spcBef>
              <a:spcAft>
                <a:spcPts val="0"/>
              </a:spcAft>
              <a:buClr>
                <a:srgbClr val="292929"/>
              </a:buClr>
              <a:buSzPts val="2800"/>
              <a:buNone/>
              <a:defRPr>
                <a:solidFill>
                  <a:srgbClr val="292929"/>
                </a:solidFill>
                <a:latin typeface="Ubuntu"/>
                <a:ea typeface="Ubuntu"/>
                <a:cs typeface="Ubuntu"/>
                <a:sym typeface="Ubuntu"/>
              </a:defRPr>
            </a:lvl9pPr>
          </a:lstStyle>
          <a:p/>
        </p:txBody>
      </p:sp>
      <p:sp>
        <p:nvSpPr>
          <p:cNvPr id="62" name="Google Shape;62;p5"/>
          <p:cNvSpPr txBox="1"/>
          <p:nvPr>
            <p:ph idx="5" type="title"/>
          </p:nvPr>
        </p:nvSpPr>
        <p:spPr>
          <a:xfrm>
            <a:off x="1158450" y="2824450"/>
            <a:ext cx="27756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1400"/>
              <a:buNone/>
              <a:defRPr sz="1400">
                <a:solidFill>
                  <a:srgbClr val="292929"/>
                </a:solidFill>
                <a:latin typeface="Ubuntu"/>
                <a:ea typeface="Ubuntu"/>
                <a:cs typeface="Ubuntu"/>
                <a:sym typeface="Ubuntu"/>
              </a:defRPr>
            </a:lvl1pPr>
            <a:lvl2pPr lvl="1" rtl="0">
              <a:spcBef>
                <a:spcPts val="0"/>
              </a:spcBef>
              <a:spcAft>
                <a:spcPts val="0"/>
              </a:spcAft>
              <a:buClr>
                <a:srgbClr val="292929"/>
              </a:buClr>
              <a:buSzPts val="2800"/>
              <a:buNone/>
              <a:defRPr>
                <a:solidFill>
                  <a:srgbClr val="292929"/>
                </a:solidFill>
                <a:latin typeface="Ubuntu"/>
                <a:ea typeface="Ubuntu"/>
                <a:cs typeface="Ubuntu"/>
                <a:sym typeface="Ubuntu"/>
              </a:defRPr>
            </a:lvl2pPr>
            <a:lvl3pPr lvl="2" rtl="0">
              <a:spcBef>
                <a:spcPts val="0"/>
              </a:spcBef>
              <a:spcAft>
                <a:spcPts val="0"/>
              </a:spcAft>
              <a:buClr>
                <a:srgbClr val="292929"/>
              </a:buClr>
              <a:buSzPts val="2800"/>
              <a:buNone/>
              <a:defRPr>
                <a:solidFill>
                  <a:srgbClr val="292929"/>
                </a:solidFill>
                <a:latin typeface="Ubuntu"/>
                <a:ea typeface="Ubuntu"/>
                <a:cs typeface="Ubuntu"/>
                <a:sym typeface="Ubuntu"/>
              </a:defRPr>
            </a:lvl3pPr>
            <a:lvl4pPr lvl="3" rtl="0">
              <a:spcBef>
                <a:spcPts val="0"/>
              </a:spcBef>
              <a:spcAft>
                <a:spcPts val="0"/>
              </a:spcAft>
              <a:buClr>
                <a:srgbClr val="292929"/>
              </a:buClr>
              <a:buSzPts val="2800"/>
              <a:buNone/>
              <a:defRPr>
                <a:solidFill>
                  <a:srgbClr val="292929"/>
                </a:solidFill>
                <a:latin typeface="Ubuntu"/>
                <a:ea typeface="Ubuntu"/>
                <a:cs typeface="Ubuntu"/>
                <a:sym typeface="Ubuntu"/>
              </a:defRPr>
            </a:lvl4pPr>
            <a:lvl5pPr lvl="4" rtl="0">
              <a:spcBef>
                <a:spcPts val="0"/>
              </a:spcBef>
              <a:spcAft>
                <a:spcPts val="0"/>
              </a:spcAft>
              <a:buClr>
                <a:srgbClr val="292929"/>
              </a:buClr>
              <a:buSzPts val="2800"/>
              <a:buNone/>
              <a:defRPr>
                <a:solidFill>
                  <a:srgbClr val="292929"/>
                </a:solidFill>
                <a:latin typeface="Ubuntu"/>
                <a:ea typeface="Ubuntu"/>
                <a:cs typeface="Ubuntu"/>
                <a:sym typeface="Ubuntu"/>
              </a:defRPr>
            </a:lvl5pPr>
            <a:lvl6pPr lvl="5" rtl="0">
              <a:spcBef>
                <a:spcPts val="0"/>
              </a:spcBef>
              <a:spcAft>
                <a:spcPts val="0"/>
              </a:spcAft>
              <a:buClr>
                <a:srgbClr val="292929"/>
              </a:buClr>
              <a:buSzPts val="2800"/>
              <a:buNone/>
              <a:defRPr>
                <a:solidFill>
                  <a:srgbClr val="292929"/>
                </a:solidFill>
                <a:latin typeface="Ubuntu"/>
                <a:ea typeface="Ubuntu"/>
                <a:cs typeface="Ubuntu"/>
                <a:sym typeface="Ubuntu"/>
              </a:defRPr>
            </a:lvl6pPr>
            <a:lvl7pPr lvl="6" rtl="0">
              <a:spcBef>
                <a:spcPts val="0"/>
              </a:spcBef>
              <a:spcAft>
                <a:spcPts val="0"/>
              </a:spcAft>
              <a:buClr>
                <a:srgbClr val="292929"/>
              </a:buClr>
              <a:buSzPts val="2800"/>
              <a:buNone/>
              <a:defRPr>
                <a:solidFill>
                  <a:srgbClr val="292929"/>
                </a:solidFill>
                <a:latin typeface="Ubuntu"/>
                <a:ea typeface="Ubuntu"/>
                <a:cs typeface="Ubuntu"/>
                <a:sym typeface="Ubuntu"/>
              </a:defRPr>
            </a:lvl7pPr>
            <a:lvl8pPr lvl="7" rtl="0">
              <a:spcBef>
                <a:spcPts val="0"/>
              </a:spcBef>
              <a:spcAft>
                <a:spcPts val="0"/>
              </a:spcAft>
              <a:buClr>
                <a:srgbClr val="292929"/>
              </a:buClr>
              <a:buSzPts val="2800"/>
              <a:buNone/>
              <a:defRPr>
                <a:solidFill>
                  <a:srgbClr val="292929"/>
                </a:solidFill>
                <a:latin typeface="Ubuntu"/>
                <a:ea typeface="Ubuntu"/>
                <a:cs typeface="Ubuntu"/>
                <a:sym typeface="Ubuntu"/>
              </a:defRPr>
            </a:lvl8pPr>
            <a:lvl9pPr lvl="8" rtl="0">
              <a:spcBef>
                <a:spcPts val="0"/>
              </a:spcBef>
              <a:spcAft>
                <a:spcPts val="0"/>
              </a:spcAft>
              <a:buClr>
                <a:srgbClr val="292929"/>
              </a:buClr>
              <a:buSzPts val="2800"/>
              <a:buNone/>
              <a:defRPr>
                <a:solidFill>
                  <a:srgbClr val="292929"/>
                </a:solidFill>
                <a:latin typeface="Ubuntu"/>
                <a:ea typeface="Ubuntu"/>
                <a:cs typeface="Ubuntu"/>
                <a:sym typeface="Ubuntu"/>
              </a:defRPr>
            </a:lvl9pPr>
          </a:lstStyle>
          <a:p/>
        </p:txBody>
      </p:sp>
      <p:cxnSp>
        <p:nvCxnSpPr>
          <p:cNvPr id="63" name="Google Shape;63;p5"/>
          <p:cNvCxnSpPr/>
          <p:nvPr/>
        </p:nvCxnSpPr>
        <p:spPr>
          <a:xfrm>
            <a:off x="4572000" y="-11400"/>
            <a:ext cx="0" cy="5166300"/>
          </a:xfrm>
          <a:prstGeom prst="straightConnector1">
            <a:avLst/>
          </a:prstGeom>
          <a:noFill/>
          <a:ln cap="flat" cmpd="sng" w="19050">
            <a:solidFill>
              <a:schemeClr val="lt1"/>
            </a:solidFill>
            <a:prstDash val="solid"/>
            <a:round/>
            <a:headEnd len="med" w="med" type="none"/>
            <a:tailEnd len="med" w="med" type="none"/>
          </a:ln>
        </p:spPr>
      </p:cxnSp>
      <p:sp>
        <p:nvSpPr>
          <p:cNvPr id="64" name="Google Shape;64;p5"/>
          <p:cNvSpPr/>
          <p:nvPr/>
        </p:nvSpPr>
        <p:spPr>
          <a:xfrm>
            <a:off x="4305750" y="659275"/>
            <a:ext cx="532500" cy="532500"/>
          </a:xfrm>
          <a:prstGeom prst="ellipse">
            <a:avLst/>
          </a:prstGeom>
          <a:solidFill>
            <a:srgbClr val="F3F3F3"/>
          </a:solidFill>
          <a:ln cap="flat" cmpd="sng" w="38100">
            <a:solidFill>
              <a:srgbClr val="8C30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4305750" y="1423450"/>
            <a:ext cx="532500" cy="532500"/>
          </a:xfrm>
          <a:prstGeom prst="ellipse">
            <a:avLst/>
          </a:prstGeom>
          <a:solidFill>
            <a:srgbClr val="F3F3F3"/>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5"/>
          <p:cNvCxnSpPr/>
          <p:nvPr/>
        </p:nvCxnSpPr>
        <p:spPr>
          <a:xfrm>
            <a:off x="5152575" y="953925"/>
            <a:ext cx="2775600" cy="0"/>
          </a:xfrm>
          <a:prstGeom prst="straightConnector1">
            <a:avLst/>
          </a:prstGeom>
          <a:noFill/>
          <a:ln cap="flat" cmpd="sng" w="19050">
            <a:solidFill>
              <a:schemeClr val="lt1"/>
            </a:solidFill>
            <a:prstDash val="solid"/>
            <a:round/>
            <a:headEnd len="med" w="med" type="oval"/>
            <a:tailEnd len="med" w="med" type="none"/>
          </a:ln>
        </p:spPr>
      </p:cxnSp>
      <p:sp>
        <p:nvSpPr>
          <p:cNvPr id="67" name="Google Shape;67;p5"/>
          <p:cNvSpPr/>
          <p:nvPr/>
        </p:nvSpPr>
        <p:spPr>
          <a:xfrm>
            <a:off x="4305750" y="2187625"/>
            <a:ext cx="532500" cy="532500"/>
          </a:xfrm>
          <a:prstGeom prst="ellipse">
            <a:avLst/>
          </a:prstGeom>
          <a:solidFill>
            <a:srgbClr val="F3F3F3"/>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sp>
        <p:nvSpPr>
          <p:cNvPr id="68" name="Google Shape;68;p5"/>
          <p:cNvSpPr/>
          <p:nvPr/>
        </p:nvSpPr>
        <p:spPr>
          <a:xfrm>
            <a:off x="4305750" y="2951800"/>
            <a:ext cx="532500" cy="532500"/>
          </a:xfrm>
          <a:prstGeom prst="ellipse">
            <a:avLst/>
          </a:prstGeom>
          <a:solidFill>
            <a:srgbClr val="F3F3F3"/>
          </a:solid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4305750" y="3715975"/>
            <a:ext cx="532500" cy="532500"/>
          </a:xfrm>
          <a:prstGeom prst="ellipse">
            <a:avLst/>
          </a:prstGeom>
          <a:solidFill>
            <a:srgbClr val="F3F3F3"/>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5"/>
          <p:cNvCxnSpPr/>
          <p:nvPr/>
        </p:nvCxnSpPr>
        <p:spPr>
          <a:xfrm rot="10800000">
            <a:off x="1158450" y="1689700"/>
            <a:ext cx="2775600" cy="0"/>
          </a:xfrm>
          <a:prstGeom prst="straightConnector1">
            <a:avLst/>
          </a:prstGeom>
          <a:noFill/>
          <a:ln cap="flat" cmpd="sng" w="19050">
            <a:solidFill>
              <a:schemeClr val="lt1"/>
            </a:solidFill>
            <a:prstDash val="solid"/>
            <a:round/>
            <a:headEnd len="med" w="med" type="oval"/>
            <a:tailEnd len="med" w="med" type="none"/>
          </a:ln>
        </p:spPr>
      </p:cxnSp>
      <p:cxnSp>
        <p:nvCxnSpPr>
          <p:cNvPr id="71" name="Google Shape;71;p5"/>
          <p:cNvCxnSpPr/>
          <p:nvPr/>
        </p:nvCxnSpPr>
        <p:spPr>
          <a:xfrm>
            <a:off x="5152575" y="2453875"/>
            <a:ext cx="2775600" cy="0"/>
          </a:xfrm>
          <a:prstGeom prst="straightConnector1">
            <a:avLst/>
          </a:prstGeom>
          <a:noFill/>
          <a:ln cap="flat" cmpd="sng" w="19050">
            <a:solidFill>
              <a:schemeClr val="lt1"/>
            </a:solidFill>
            <a:prstDash val="solid"/>
            <a:round/>
            <a:headEnd len="med" w="med" type="oval"/>
            <a:tailEnd len="med" w="med" type="none"/>
          </a:ln>
        </p:spPr>
      </p:cxnSp>
      <p:cxnSp>
        <p:nvCxnSpPr>
          <p:cNvPr id="72" name="Google Shape;72;p5"/>
          <p:cNvCxnSpPr/>
          <p:nvPr/>
        </p:nvCxnSpPr>
        <p:spPr>
          <a:xfrm>
            <a:off x="5152575" y="3982225"/>
            <a:ext cx="2775600" cy="0"/>
          </a:xfrm>
          <a:prstGeom prst="straightConnector1">
            <a:avLst/>
          </a:prstGeom>
          <a:noFill/>
          <a:ln cap="flat" cmpd="sng" w="19050">
            <a:solidFill>
              <a:schemeClr val="lt1"/>
            </a:solidFill>
            <a:prstDash val="solid"/>
            <a:round/>
            <a:headEnd len="med" w="med" type="oval"/>
            <a:tailEnd len="med" w="med" type="none"/>
          </a:ln>
        </p:spPr>
      </p:cxnSp>
      <p:cxnSp>
        <p:nvCxnSpPr>
          <p:cNvPr id="73" name="Google Shape;73;p5"/>
          <p:cNvCxnSpPr/>
          <p:nvPr/>
        </p:nvCxnSpPr>
        <p:spPr>
          <a:xfrm rot="10800000">
            <a:off x="1158450" y="3218050"/>
            <a:ext cx="2775600" cy="0"/>
          </a:xfrm>
          <a:prstGeom prst="straightConnector1">
            <a:avLst/>
          </a:prstGeom>
          <a:noFill/>
          <a:ln cap="flat" cmpd="sng" w="19050">
            <a:solidFill>
              <a:schemeClr val="lt1"/>
            </a:solidFill>
            <a:prstDash val="solid"/>
            <a:round/>
            <a:headEnd len="med" w="med" type="oval"/>
            <a:tailEnd len="med" w="med" type="none"/>
          </a:ln>
        </p:spPr>
      </p:cxnSp>
      <p:sp>
        <p:nvSpPr>
          <p:cNvPr id="74" name="Google Shape;74;p5"/>
          <p:cNvSpPr/>
          <p:nvPr>
            <p:ph idx="6" type="pic"/>
          </p:nvPr>
        </p:nvSpPr>
        <p:spPr>
          <a:xfrm>
            <a:off x="4375200" y="728725"/>
            <a:ext cx="393600" cy="393600"/>
          </a:xfrm>
          <a:prstGeom prst="ellipse">
            <a:avLst/>
          </a:prstGeom>
          <a:noFill/>
          <a:ln>
            <a:noFill/>
          </a:ln>
        </p:spPr>
      </p:sp>
      <p:sp>
        <p:nvSpPr>
          <p:cNvPr id="75" name="Google Shape;75;p5"/>
          <p:cNvSpPr/>
          <p:nvPr>
            <p:ph idx="7" type="pic"/>
          </p:nvPr>
        </p:nvSpPr>
        <p:spPr>
          <a:xfrm>
            <a:off x="4375200" y="1492900"/>
            <a:ext cx="393600" cy="393600"/>
          </a:xfrm>
          <a:prstGeom prst="ellipse">
            <a:avLst/>
          </a:prstGeom>
          <a:noFill/>
          <a:ln>
            <a:noFill/>
          </a:ln>
        </p:spPr>
      </p:sp>
      <p:sp>
        <p:nvSpPr>
          <p:cNvPr id="76" name="Google Shape;76;p5"/>
          <p:cNvSpPr/>
          <p:nvPr>
            <p:ph idx="8" type="pic"/>
          </p:nvPr>
        </p:nvSpPr>
        <p:spPr>
          <a:xfrm>
            <a:off x="4375200" y="2257075"/>
            <a:ext cx="393600" cy="393600"/>
          </a:xfrm>
          <a:prstGeom prst="ellipse">
            <a:avLst/>
          </a:prstGeom>
          <a:noFill/>
          <a:ln>
            <a:noFill/>
          </a:ln>
        </p:spPr>
      </p:sp>
      <p:sp>
        <p:nvSpPr>
          <p:cNvPr id="77" name="Google Shape;77;p5"/>
          <p:cNvSpPr/>
          <p:nvPr>
            <p:ph idx="9" type="pic"/>
          </p:nvPr>
        </p:nvSpPr>
        <p:spPr>
          <a:xfrm>
            <a:off x="4375200" y="3021250"/>
            <a:ext cx="393600" cy="393600"/>
          </a:xfrm>
          <a:prstGeom prst="ellipse">
            <a:avLst/>
          </a:prstGeom>
          <a:noFill/>
          <a:ln>
            <a:noFill/>
          </a:ln>
        </p:spPr>
      </p:sp>
      <p:sp>
        <p:nvSpPr>
          <p:cNvPr id="78" name="Google Shape;78;p5"/>
          <p:cNvSpPr/>
          <p:nvPr>
            <p:ph idx="13" type="pic"/>
          </p:nvPr>
        </p:nvSpPr>
        <p:spPr>
          <a:xfrm>
            <a:off x="4375200" y="3785425"/>
            <a:ext cx="393600" cy="393600"/>
          </a:xfrm>
          <a:prstGeom prst="ellipse">
            <a:avLst/>
          </a:prstGeom>
          <a:noFill/>
          <a:ln>
            <a:noFill/>
          </a:ln>
        </p:spPr>
      </p:sp>
      <p:sp>
        <p:nvSpPr>
          <p:cNvPr id="79" name="Google Shape;79;p5"/>
          <p:cNvSpPr txBox="1"/>
          <p:nvPr>
            <p:ph idx="14" type="title"/>
          </p:nvPr>
        </p:nvSpPr>
        <p:spPr>
          <a:xfrm>
            <a:off x="395375" y="211100"/>
            <a:ext cx="2477700" cy="4482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accent1"/>
              </a:buClr>
              <a:buSzPts val="1800"/>
              <a:buNone/>
              <a:defRPr b="1" sz="1800">
                <a:solidFill>
                  <a:schemeClr val="accent1"/>
                </a:solidFill>
                <a:latin typeface="Ubuntu"/>
                <a:ea typeface="Ubuntu"/>
                <a:cs typeface="Ubuntu"/>
                <a:sym typeface="Ubuntu"/>
              </a:defRPr>
            </a:lvl1pPr>
            <a:lvl2pPr lvl="1" rtl="0">
              <a:spcBef>
                <a:spcPts val="0"/>
              </a:spcBef>
              <a:spcAft>
                <a:spcPts val="0"/>
              </a:spcAft>
              <a:buSzPts val="1800"/>
              <a:buNone/>
              <a:defRPr sz="1800">
                <a:latin typeface="Ubuntu"/>
                <a:ea typeface="Ubuntu"/>
                <a:cs typeface="Ubuntu"/>
                <a:sym typeface="Ubuntu"/>
              </a:defRPr>
            </a:lvl2pPr>
            <a:lvl3pPr lvl="2" rtl="0">
              <a:spcBef>
                <a:spcPts val="0"/>
              </a:spcBef>
              <a:spcAft>
                <a:spcPts val="0"/>
              </a:spcAft>
              <a:buSzPts val="1800"/>
              <a:buNone/>
              <a:defRPr sz="1800">
                <a:latin typeface="Ubuntu"/>
                <a:ea typeface="Ubuntu"/>
                <a:cs typeface="Ubuntu"/>
                <a:sym typeface="Ubuntu"/>
              </a:defRPr>
            </a:lvl3pPr>
            <a:lvl4pPr lvl="3" rtl="0">
              <a:spcBef>
                <a:spcPts val="0"/>
              </a:spcBef>
              <a:spcAft>
                <a:spcPts val="0"/>
              </a:spcAft>
              <a:buSzPts val="1800"/>
              <a:buNone/>
              <a:defRPr sz="1800">
                <a:latin typeface="Ubuntu"/>
                <a:ea typeface="Ubuntu"/>
                <a:cs typeface="Ubuntu"/>
                <a:sym typeface="Ubuntu"/>
              </a:defRPr>
            </a:lvl4pPr>
            <a:lvl5pPr lvl="4" rtl="0">
              <a:spcBef>
                <a:spcPts val="0"/>
              </a:spcBef>
              <a:spcAft>
                <a:spcPts val="0"/>
              </a:spcAft>
              <a:buSzPts val="1800"/>
              <a:buNone/>
              <a:defRPr sz="1800">
                <a:latin typeface="Ubuntu"/>
                <a:ea typeface="Ubuntu"/>
                <a:cs typeface="Ubuntu"/>
                <a:sym typeface="Ubuntu"/>
              </a:defRPr>
            </a:lvl5pPr>
            <a:lvl6pPr lvl="5" rtl="0">
              <a:spcBef>
                <a:spcPts val="0"/>
              </a:spcBef>
              <a:spcAft>
                <a:spcPts val="0"/>
              </a:spcAft>
              <a:buSzPts val="1800"/>
              <a:buNone/>
              <a:defRPr sz="1800">
                <a:latin typeface="Ubuntu"/>
                <a:ea typeface="Ubuntu"/>
                <a:cs typeface="Ubuntu"/>
                <a:sym typeface="Ubuntu"/>
              </a:defRPr>
            </a:lvl6pPr>
            <a:lvl7pPr lvl="6" rtl="0">
              <a:spcBef>
                <a:spcPts val="0"/>
              </a:spcBef>
              <a:spcAft>
                <a:spcPts val="0"/>
              </a:spcAft>
              <a:buSzPts val="1800"/>
              <a:buNone/>
              <a:defRPr sz="1800">
                <a:latin typeface="Ubuntu"/>
                <a:ea typeface="Ubuntu"/>
                <a:cs typeface="Ubuntu"/>
                <a:sym typeface="Ubuntu"/>
              </a:defRPr>
            </a:lvl7pPr>
            <a:lvl8pPr lvl="7" rtl="0">
              <a:spcBef>
                <a:spcPts val="0"/>
              </a:spcBef>
              <a:spcAft>
                <a:spcPts val="0"/>
              </a:spcAft>
              <a:buSzPts val="1800"/>
              <a:buNone/>
              <a:defRPr sz="1800">
                <a:latin typeface="Ubuntu"/>
                <a:ea typeface="Ubuntu"/>
                <a:cs typeface="Ubuntu"/>
                <a:sym typeface="Ubuntu"/>
              </a:defRPr>
            </a:lvl8pPr>
            <a:lvl9pPr lvl="8" rtl="0">
              <a:spcBef>
                <a:spcPts val="0"/>
              </a:spcBef>
              <a:spcAft>
                <a:spcPts val="0"/>
              </a:spcAft>
              <a:buSzPts val="1800"/>
              <a:buNone/>
              <a:defRPr sz="1800">
                <a:latin typeface="Ubuntu"/>
                <a:ea typeface="Ubuntu"/>
                <a:cs typeface="Ubuntu"/>
                <a:sym typeface="Ubuntu"/>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urquoise">
  <p:cSld name="CUSTOM_1_1">
    <p:spTree>
      <p:nvGrpSpPr>
        <p:cNvPr id="80" name="Shape 80"/>
        <p:cNvGrpSpPr/>
        <p:nvPr/>
      </p:nvGrpSpPr>
      <p:grpSpPr>
        <a:xfrm>
          <a:off x="0" y="0"/>
          <a:ext cx="0" cy="0"/>
          <a:chOff x="0" y="0"/>
          <a:chExt cx="0" cy="0"/>
        </a:xfrm>
      </p:grpSpPr>
      <p:sp>
        <p:nvSpPr>
          <p:cNvPr id="81" name="Google Shape;81;p6"/>
          <p:cNvSpPr/>
          <p:nvPr/>
        </p:nvSpPr>
        <p:spPr>
          <a:xfrm>
            <a:off x="-123775" y="228825"/>
            <a:ext cx="3115500" cy="441900"/>
          </a:xfrm>
          <a:prstGeom prst="parallelogram">
            <a:avLst>
              <a:gd fmla="val 25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lt1"/>
              </a:solidFill>
              <a:latin typeface="Ubuntu"/>
              <a:ea typeface="Ubuntu"/>
              <a:cs typeface="Ubuntu"/>
              <a:sym typeface="Ubuntu"/>
            </a:endParaRPr>
          </a:p>
        </p:txBody>
      </p:sp>
      <p:sp>
        <p:nvSpPr>
          <p:cNvPr id="82" name="Google Shape;82;p6"/>
          <p:cNvSpPr txBox="1"/>
          <p:nvPr>
            <p:ph type="title"/>
          </p:nvPr>
        </p:nvSpPr>
        <p:spPr>
          <a:xfrm>
            <a:off x="189650" y="284450"/>
            <a:ext cx="2576100" cy="330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Clr>
                <a:schemeClr val="lt1"/>
              </a:buClr>
              <a:buSzPts val="2000"/>
              <a:buNone/>
              <a:defRPr sz="2000">
                <a:solidFill>
                  <a:schemeClr val="lt1"/>
                </a:solidFill>
                <a:latin typeface="Ubuntu"/>
                <a:ea typeface="Ubuntu"/>
                <a:cs typeface="Ubuntu"/>
                <a:sym typeface="Ubuntu"/>
              </a:defRPr>
            </a:lvl2pPr>
            <a:lvl3pPr lvl="2" rtl="0">
              <a:spcBef>
                <a:spcPts val="0"/>
              </a:spcBef>
              <a:spcAft>
                <a:spcPts val="0"/>
              </a:spcAft>
              <a:buClr>
                <a:schemeClr val="lt1"/>
              </a:buClr>
              <a:buSzPts val="2000"/>
              <a:buNone/>
              <a:defRPr sz="2000">
                <a:solidFill>
                  <a:schemeClr val="lt1"/>
                </a:solidFill>
                <a:latin typeface="Ubuntu"/>
                <a:ea typeface="Ubuntu"/>
                <a:cs typeface="Ubuntu"/>
                <a:sym typeface="Ubuntu"/>
              </a:defRPr>
            </a:lvl3pPr>
            <a:lvl4pPr lvl="3" rtl="0">
              <a:spcBef>
                <a:spcPts val="0"/>
              </a:spcBef>
              <a:spcAft>
                <a:spcPts val="0"/>
              </a:spcAft>
              <a:buClr>
                <a:schemeClr val="lt1"/>
              </a:buClr>
              <a:buSzPts val="2000"/>
              <a:buNone/>
              <a:defRPr sz="2000">
                <a:solidFill>
                  <a:schemeClr val="lt1"/>
                </a:solidFill>
                <a:latin typeface="Ubuntu"/>
                <a:ea typeface="Ubuntu"/>
                <a:cs typeface="Ubuntu"/>
                <a:sym typeface="Ubuntu"/>
              </a:defRPr>
            </a:lvl4pPr>
            <a:lvl5pPr lvl="4" rtl="0">
              <a:spcBef>
                <a:spcPts val="0"/>
              </a:spcBef>
              <a:spcAft>
                <a:spcPts val="0"/>
              </a:spcAft>
              <a:buClr>
                <a:schemeClr val="lt1"/>
              </a:buClr>
              <a:buSzPts val="2000"/>
              <a:buNone/>
              <a:defRPr sz="2000">
                <a:solidFill>
                  <a:schemeClr val="lt1"/>
                </a:solidFill>
                <a:latin typeface="Ubuntu"/>
                <a:ea typeface="Ubuntu"/>
                <a:cs typeface="Ubuntu"/>
                <a:sym typeface="Ubuntu"/>
              </a:defRPr>
            </a:lvl5pPr>
            <a:lvl6pPr lvl="5" rtl="0">
              <a:spcBef>
                <a:spcPts val="0"/>
              </a:spcBef>
              <a:spcAft>
                <a:spcPts val="0"/>
              </a:spcAft>
              <a:buClr>
                <a:schemeClr val="lt1"/>
              </a:buClr>
              <a:buSzPts val="2000"/>
              <a:buNone/>
              <a:defRPr sz="2000">
                <a:solidFill>
                  <a:schemeClr val="lt1"/>
                </a:solidFill>
                <a:latin typeface="Ubuntu"/>
                <a:ea typeface="Ubuntu"/>
                <a:cs typeface="Ubuntu"/>
                <a:sym typeface="Ubuntu"/>
              </a:defRPr>
            </a:lvl6pPr>
            <a:lvl7pPr lvl="6" rtl="0">
              <a:spcBef>
                <a:spcPts val="0"/>
              </a:spcBef>
              <a:spcAft>
                <a:spcPts val="0"/>
              </a:spcAft>
              <a:buClr>
                <a:schemeClr val="lt1"/>
              </a:buClr>
              <a:buSzPts val="2000"/>
              <a:buNone/>
              <a:defRPr sz="2000">
                <a:solidFill>
                  <a:schemeClr val="lt1"/>
                </a:solidFill>
                <a:latin typeface="Ubuntu"/>
                <a:ea typeface="Ubuntu"/>
                <a:cs typeface="Ubuntu"/>
                <a:sym typeface="Ubuntu"/>
              </a:defRPr>
            </a:lvl7pPr>
            <a:lvl8pPr lvl="7" rtl="0">
              <a:spcBef>
                <a:spcPts val="0"/>
              </a:spcBef>
              <a:spcAft>
                <a:spcPts val="0"/>
              </a:spcAft>
              <a:buClr>
                <a:schemeClr val="lt1"/>
              </a:buClr>
              <a:buSzPts val="2000"/>
              <a:buNone/>
              <a:defRPr sz="2000">
                <a:solidFill>
                  <a:schemeClr val="lt1"/>
                </a:solidFill>
                <a:latin typeface="Ubuntu"/>
                <a:ea typeface="Ubuntu"/>
                <a:cs typeface="Ubuntu"/>
                <a:sym typeface="Ubuntu"/>
              </a:defRPr>
            </a:lvl8pPr>
            <a:lvl9pPr lvl="8" rtl="0">
              <a:spcBef>
                <a:spcPts val="0"/>
              </a:spcBef>
              <a:spcAft>
                <a:spcPts val="0"/>
              </a:spcAft>
              <a:buClr>
                <a:schemeClr val="lt1"/>
              </a:buClr>
              <a:buSzPts val="2000"/>
              <a:buNone/>
              <a:defRPr sz="2000">
                <a:solidFill>
                  <a:schemeClr val="lt1"/>
                </a:solidFill>
                <a:latin typeface="Ubuntu"/>
                <a:ea typeface="Ubuntu"/>
                <a:cs typeface="Ubuntu"/>
                <a:sym typeface="Ubuntu"/>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 Turquoise">
  <p:cSld name="BLANK_1">
    <p:spTree>
      <p:nvGrpSpPr>
        <p:cNvPr id="83" name="Shape 83"/>
        <p:cNvGrpSpPr/>
        <p:nvPr/>
      </p:nvGrpSpPr>
      <p:grpSpPr>
        <a:xfrm>
          <a:off x="0" y="0"/>
          <a:ext cx="0" cy="0"/>
          <a:chOff x="0" y="0"/>
          <a:chExt cx="0" cy="0"/>
        </a:xfrm>
      </p:grpSpPr>
      <p:sp>
        <p:nvSpPr>
          <p:cNvPr id="84" name="Google Shape;8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7"/>
          <p:cNvCxnSpPr/>
          <p:nvPr/>
        </p:nvCxnSpPr>
        <p:spPr>
          <a:xfrm>
            <a:off x="0" y="455425"/>
            <a:ext cx="679800" cy="0"/>
          </a:xfrm>
          <a:prstGeom prst="straightConnector1">
            <a:avLst/>
          </a:prstGeom>
          <a:noFill/>
          <a:ln cap="flat" cmpd="sng" w="19050">
            <a:solidFill>
              <a:schemeClr val="accent1"/>
            </a:solidFill>
            <a:prstDash val="solid"/>
            <a:round/>
            <a:headEnd len="med" w="med" type="none"/>
            <a:tailEnd len="med" w="med" type="diamond"/>
          </a:ln>
        </p:spPr>
      </p:cxnSp>
      <p:sp>
        <p:nvSpPr>
          <p:cNvPr id="86" name="Google Shape;86;p7"/>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urquoise 1">
  <p:cSld name="CUSTOM_1_1_1">
    <p:spTree>
      <p:nvGrpSpPr>
        <p:cNvPr id="87" name="Shape 87"/>
        <p:cNvGrpSpPr/>
        <p:nvPr/>
      </p:nvGrpSpPr>
      <p:grpSpPr>
        <a:xfrm>
          <a:off x="0" y="0"/>
          <a:ext cx="0" cy="0"/>
          <a:chOff x="0" y="0"/>
          <a:chExt cx="0" cy="0"/>
        </a:xfrm>
      </p:grpSpPr>
      <p:sp>
        <p:nvSpPr>
          <p:cNvPr id="88" name="Google Shape;88;p8"/>
          <p:cNvSpPr/>
          <p:nvPr/>
        </p:nvSpPr>
        <p:spPr>
          <a:xfrm>
            <a:off x="-123775" y="228825"/>
            <a:ext cx="3115500" cy="441900"/>
          </a:xfrm>
          <a:prstGeom prst="parallelogram">
            <a:avLst>
              <a:gd fmla="val 25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lt1"/>
              </a:solidFill>
              <a:latin typeface="Ubuntu"/>
              <a:ea typeface="Ubuntu"/>
              <a:cs typeface="Ubuntu"/>
              <a:sym typeface="Ubuntu"/>
            </a:endParaRPr>
          </a:p>
        </p:txBody>
      </p:sp>
      <p:sp>
        <p:nvSpPr>
          <p:cNvPr id="89" name="Google Shape;89;p8"/>
          <p:cNvSpPr txBox="1"/>
          <p:nvPr>
            <p:ph type="title"/>
          </p:nvPr>
        </p:nvSpPr>
        <p:spPr>
          <a:xfrm>
            <a:off x="189650" y="284450"/>
            <a:ext cx="2576100" cy="330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Clr>
                <a:schemeClr val="lt1"/>
              </a:buClr>
              <a:buSzPts val="2000"/>
              <a:buNone/>
              <a:defRPr sz="2000">
                <a:solidFill>
                  <a:schemeClr val="lt1"/>
                </a:solidFill>
                <a:latin typeface="Ubuntu"/>
                <a:ea typeface="Ubuntu"/>
                <a:cs typeface="Ubuntu"/>
                <a:sym typeface="Ubuntu"/>
              </a:defRPr>
            </a:lvl2pPr>
            <a:lvl3pPr lvl="2" rtl="0">
              <a:spcBef>
                <a:spcPts val="0"/>
              </a:spcBef>
              <a:spcAft>
                <a:spcPts val="0"/>
              </a:spcAft>
              <a:buClr>
                <a:schemeClr val="lt1"/>
              </a:buClr>
              <a:buSzPts val="2000"/>
              <a:buNone/>
              <a:defRPr sz="2000">
                <a:solidFill>
                  <a:schemeClr val="lt1"/>
                </a:solidFill>
                <a:latin typeface="Ubuntu"/>
                <a:ea typeface="Ubuntu"/>
                <a:cs typeface="Ubuntu"/>
                <a:sym typeface="Ubuntu"/>
              </a:defRPr>
            </a:lvl3pPr>
            <a:lvl4pPr lvl="3" rtl="0">
              <a:spcBef>
                <a:spcPts val="0"/>
              </a:spcBef>
              <a:spcAft>
                <a:spcPts val="0"/>
              </a:spcAft>
              <a:buClr>
                <a:schemeClr val="lt1"/>
              </a:buClr>
              <a:buSzPts val="2000"/>
              <a:buNone/>
              <a:defRPr sz="2000">
                <a:solidFill>
                  <a:schemeClr val="lt1"/>
                </a:solidFill>
                <a:latin typeface="Ubuntu"/>
                <a:ea typeface="Ubuntu"/>
                <a:cs typeface="Ubuntu"/>
                <a:sym typeface="Ubuntu"/>
              </a:defRPr>
            </a:lvl4pPr>
            <a:lvl5pPr lvl="4" rtl="0">
              <a:spcBef>
                <a:spcPts val="0"/>
              </a:spcBef>
              <a:spcAft>
                <a:spcPts val="0"/>
              </a:spcAft>
              <a:buClr>
                <a:schemeClr val="lt1"/>
              </a:buClr>
              <a:buSzPts val="2000"/>
              <a:buNone/>
              <a:defRPr sz="2000">
                <a:solidFill>
                  <a:schemeClr val="lt1"/>
                </a:solidFill>
                <a:latin typeface="Ubuntu"/>
                <a:ea typeface="Ubuntu"/>
                <a:cs typeface="Ubuntu"/>
                <a:sym typeface="Ubuntu"/>
              </a:defRPr>
            </a:lvl5pPr>
            <a:lvl6pPr lvl="5" rtl="0">
              <a:spcBef>
                <a:spcPts val="0"/>
              </a:spcBef>
              <a:spcAft>
                <a:spcPts val="0"/>
              </a:spcAft>
              <a:buClr>
                <a:schemeClr val="lt1"/>
              </a:buClr>
              <a:buSzPts val="2000"/>
              <a:buNone/>
              <a:defRPr sz="2000">
                <a:solidFill>
                  <a:schemeClr val="lt1"/>
                </a:solidFill>
                <a:latin typeface="Ubuntu"/>
                <a:ea typeface="Ubuntu"/>
                <a:cs typeface="Ubuntu"/>
                <a:sym typeface="Ubuntu"/>
              </a:defRPr>
            </a:lvl6pPr>
            <a:lvl7pPr lvl="6" rtl="0">
              <a:spcBef>
                <a:spcPts val="0"/>
              </a:spcBef>
              <a:spcAft>
                <a:spcPts val="0"/>
              </a:spcAft>
              <a:buClr>
                <a:schemeClr val="lt1"/>
              </a:buClr>
              <a:buSzPts val="2000"/>
              <a:buNone/>
              <a:defRPr sz="2000">
                <a:solidFill>
                  <a:schemeClr val="lt1"/>
                </a:solidFill>
                <a:latin typeface="Ubuntu"/>
                <a:ea typeface="Ubuntu"/>
                <a:cs typeface="Ubuntu"/>
                <a:sym typeface="Ubuntu"/>
              </a:defRPr>
            </a:lvl7pPr>
            <a:lvl8pPr lvl="7" rtl="0">
              <a:spcBef>
                <a:spcPts val="0"/>
              </a:spcBef>
              <a:spcAft>
                <a:spcPts val="0"/>
              </a:spcAft>
              <a:buClr>
                <a:schemeClr val="lt1"/>
              </a:buClr>
              <a:buSzPts val="2000"/>
              <a:buNone/>
              <a:defRPr sz="2000">
                <a:solidFill>
                  <a:schemeClr val="lt1"/>
                </a:solidFill>
                <a:latin typeface="Ubuntu"/>
                <a:ea typeface="Ubuntu"/>
                <a:cs typeface="Ubuntu"/>
                <a:sym typeface="Ubuntu"/>
              </a:defRPr>
            </a:lvl8pPr>
            <a:lvl9pPr lvl="8" rtl="0">
              <a:spcBef>
                <a:spcPts val="0"/>
              </a:spcBef>
              <a:spcAft>
                <a:spcPts val="0"/>
              </a:spcAft>
              <a:buClr>
                <a:schemeClr val="lt1"/>
              </a:buClr>
              <a:buSzPts val="2000"/>
              <a:buNone/>
              <a:defRPr sz="2000">
                <a:solidFill>
                  <a:schemeClr val="lt1"/>
                </a:solidFill>
                <a:latin typeface="Ubuntu"/>
                <a:ea typeface="Ubuntu"/>
                <a:cs typeface="Ubuntu"/>
                <a:sym typeface="Ubuntu"/>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 Turquoise 1">
  <p:cSld name="BLANK_1_2">
    <p:spTree>
      <p:nvGrpSpPr>
        <p:cNvPr id="90" name="Shape 90"/>
        <p:cNvGrpSpPr/>
        <p:nvPr/>
      </p:nvGrpSpPr>
      <p:grpSpPr>
        <a:xfrm>
          <a:off x="0" y="0"/>
          <a:ext cx="0" cy="0"/>
          <a:chOff x="0" y="0"/>
          <a:chExt cx="0" cy="0"/>
        </a:xfrm>
      </p:grpSpPr>
      <p:cxnSp>
        <p:nvCxnSpPr>
          <p:cNvPr id="91" name="Google Shape;91;p9"/>
          <p:cNvCxnSpPr/>
          <p:nvPr/>
        </p:nvCxnSpPr>
        <p:spPr>
          <a:xfrm>
            <a:off x="0" y="455425"/>
            <a:ext cx="679800" cy="0"/>
          </a:xfrm>
          <a:prstGeom prst="straightConnector1">
            <a:avLst/>
          </a:prstGeom>
          <a:noFill/>
          <a:ln cap="flat" cmpd="sng" w="19050">
            <a:solidFill>
              <a:schemeClr val="accent1"/>
            </a:solidFill>
            <a:prstDash val="solid"/>
            <a:round/>
            <a:headEnd len="med" w="med" type="none"/>
            <a:tailEnd len="med" w="med" type="diamond"/>
          </a:ln>
        </p:spPr>
      </p:cxnSp>
      <p:sp>
        <p:nvSpPr>
          <p:cNvPr id="92" name="Google Shape;92;p9"/>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2000"/>
              <a:buNone/>
              <a:defRPr sz="2000">
                <a:solidFill>
                  <a:srgbClr val="292929"/>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plit Content Turquoise">
  <p:cSld name="TITLE_AND_BODY_1_2">
    <p:spTree>
      <p:nvGrpSpPr>
        <p:cNvPr id="93" name="Shape 93"/>
        <p:cNvGrpSpPr/>
        <p:nvPr/>
      </p:nvGrpSpPr>
      <p:grpSpPr>
        <a:xfrm>
          <a:off x="0" y="0"/>
          <a:ext cx="0" cy="0"/>
          <a:chOff x="0" y="0"/>
          <a:chExt cx="0" cy="0"/>
        </a:xfrm>
      </p:grpSpPr>
      <p:sp>
        <p:nvSpPr>
          <p:cNvPr id="94" name="Google Shape;9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0"/>
          <p:cNvSpPr/>
          <p:nvPr/>
        </p:nvSpPr>
        <p:spPr>
          <a:xfrm>
            <a:off x="3475825" y="0"/>
            <a:ext cx="5681700" cy="5143500"/>
          </a:xfrm>
          <a:prstGeom prst="rect">
            <a:avLst/>
          </a:prstGeom>
          <a:solidFill>
            <a:srgbClr val="29292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 name="Google Shape;96;p10"/>
          <p:cNvCxnSpPr/>
          <p:nvPr/>
        </p:nvCxnSpPr>
        <p:spPr>
          <a:xfrm>
            <a:off x="0" y="455425"/>
            <a:ext cx="679800" cy="0"/>
          </a:xfrm>
          <a:prstGeom prst="straightConnector1">
            <a:avLst/>
          </a:prstGeom>
          <a:noFill/>
          <a:ln cap="flat" cmpd="sng" w="19050">
            <a:solidFill>
              <a:schemeClr val="accent1"/>
            </a:solidFill>
            <a:prstDash val="solid"/>
            <a:round/>
            <a:headEnd len="med" w="med" type="none"/>
            <a:tailEnd len="med" w="med" type="diamond"/>
          </a:ln>
        </p:spPr>
      </p:cxnSp>
      <p:sp>
        <p:nvSpPr>
          <p:cNvPr id="97" name="Google Shape;97;p10"/>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SzPts val="2000"/>
              <a:buNone/>
              <a:defRPr sz="2000">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urple">
  <p:cSld name="CUSTOM">
    <p:spTree>
      <p:nvGrpSpPr>
        <p:cNvPr id="98" name="Shape 98"/>
        <p:cNvGrpSpPr/>
        <p:nvPr/>
      </p:nvGrpSpPr>
      <p:grpSpPr>
        <a:xfrm>
          <a:off x="0" y="0"/>
          <a:ext cx="0" cy="0"/>
          <a:chOff x="0" y="0"/>
          <a:chExt cx="0" cy="0"/>
        </a:xfrm>
      </p:grpSpPr>
      <p:sp>
        <p:nvSpPr>
          <p:cNvPr id="99" name="Google Shape;99;p11"/>
          <p:cNvSpPr/>
          <p:nvPr/>
        </p:nvSpPr>
        <p:spPr>
          <a:xfrm>
            <a:off x="-123775" y="228825"/>
            <a:ext cx="3115500" cy="441900"/>
          </a:xfrm>
          <a:prstGeom prst="parallelogram">
            <a:avLst>
              <a:gd fmla="val 25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lt1"/>
              </a:solidFill>
              <a:latin typeface="Ubuntu"/>
              <a:ea typeface="Ubuntu"/>
              <a:cs typeface="Ubuntu"/>
              <a:sym typeface="Ubuntu"/>
            </a:endParaRPr>
          </a:p>
        </p:txBody>
      </p:sp>
      <p:sp>
        <p:nvSpPr>
          <p:cNvPr id="100" name="Google Shape;100;p11"/>
          <p:cNvSpPr txBox="1"/>
          <p:nvPr>
            <p:ph type="title"/>
          </p:nvPr>
        </p:nvSpPr>
        <p:spPr>
          <a:xfrm>
            <a:off x="189650" y="284450"/>
            <a:ext cx="2576100" cy="330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Clr>
                <a:schemeClr val="lt1"/>
              </a:buClr>
              <a:buSzPts val="2000"/>
              <a:buNone/>
              <a:defRPr sz="2000">
                <a:solidFill>
                  <a:schemeClr val="lt1"/>
                </a:solidFill>
                <a:latin typeface="Ubuntu"/>
                <a:ea typeface="Ubuntu"/>
                <a:cs typeface="Ubuntu"/>
                <a:sym typeface="Ubuntu"/>
              </a:defRPr>
            </a:lvl2pPr>
            <a:lvl3pPr lvl="2" rtl="0">
              <a:spcBef>
                <a:spcPts val="0"/>
              </a:spcBef>
              <a:spcAft>
                <a:spcPts val="0"/>
              </a:spcAft>
              <a:buClr>
                <a:schemeClr val="lt1"/>
              </a:buClr>
              <a:buSzPts val="2000"/>
              <a:buNone/>
              <a:defRPr sz="2000">
                <a:solidFill>
                  <a:schemeClr val="lt1"/>
                </a:solidFill>
                <a:latin typeface="Ubuntu"/>
                <a:ea typeface="Ubuntu"/>
                <a:cs typeface="Ubuntu"/>
                <a:sym typeface="Ubuntu"/>
              </a:defRPr>
            </a:lvl3pPr>
            <a:lvl4pPr lvl="3" rtl="0">
              <a:spcBef>
                <a:spcPts val="0"/>
              </a:spcBef>
              <a:spcAft>
                <a:spcPts val="0"/>
              </a:spcAft>
              <a:buClr>
                <a:schemeClr val="lt1"/>
              </a:buClr>
              <a:buSzPts val="2000"/>
              <a:buNone/>
              <a:defRPr sz="2000">
                <a:solidFill>
                  <a:schemeClr val="lt1"/>
                </a:solidFill>
                <a:latin typeface="Ubuntu"/>
                <a:ea typeface="Ubuntu"/>
                <a:cs typeface="Ubuntu"/>
                <a:sym typeface="Ubuntu"/>
              </a:defRPr>
            </a:lvl4pPr>
            <a:lvl5pPr lvl="4" rtl="0">
              <a:spcBef>
                <a:spcPts val="0"/>
              </a:spcBef>
              <a:spcAft>
                <a:spcPts val="0"/>
              </a:spcAft>
              <a:buClr>
                <a:schemeClr val="lt1"/>
              </a:buClr>
              <a:buSzPts val="2000"/>
              <a:buNone/>
              <a:defRPr sz="2000">
                <a:solidFill>
                  <a:schemeClr val="lt1"/>
                </a:solidFill>
                <a:latin typeface="Ubuntu"/>
                <a:ea typeface="Ubuntu"/>
                <a:cs typeface="Ubuntu"/>
                <a:sym typeface="Ubuntu"/>
              </a:defRPr>
            </a:lvl5pPr>
            <a:lvl6pPr lvl="5" rtl="0">
              <a:spcBef>
                <a:spcPts val="0"/>
              </a:spcBef>
              <a:spcAft>
                <a:spcPts val="0"/>
              </a:spcAft>
              <a:buClr>
                <a:schemeClr val="lt1"/>
              </a:buClr>
              <a:buSzPts val="2000"/>
              <a:buNone/>
              <a:defRPr sz="2000">
                <a:solidFill>
                  <a:schemeClr val="lt1"/>
                </a:solidFill>
                <a:latin typeface="Ubuntu"/>
                <a:ea typeface="Ubuntu"/>
                <a:cs typeface="Ubuntu"/>
                <a:sym typeface="Ubuntu"/>
              </a:defRPr>
            </a:lvl6pPr>
            <a:lvl7pPr lvl="6" rtl="0">
              <a:spcBef>
                <a:spcPts val="0"/>
              </a:spcBef>
              <a:spcAft>
                <a:spcPts val="0"/>
              </a:spcAft>
              <a:buClr>
                <a:schemeClr val="lt1"/>
              </a:buClr>
              <a:buSzPts val="2000"/>
              <a:buNone/>
              <a:defRPr sz="2000">
                <a:solidFill>
                  <a:schemeClr val="lt1"/>
                </a:solidFill>
                <a:latin typeface="Ubuntu"/>
                <a:ea typeface="Ubuntu"/>
                <a:cs typeface="Ubuntu"/>
                <a:sym typeface="Ubuntu"/>
              </a:defRPr>
            </a:lvl7pPr>
            <a:lvl8pPr lvl="7" rtl="0">
              <a:spcBef>
                <a:spcPts val="0"/>
              </a:spcBef>
              <a:spcAft>
                <a:spcPts val="0"/>
              </a:spcAft>
              <a:buClr>
                <a:schemeClr val="lt1"/>
              </a:buClr>
              <a:buSzPts val="2000"/>
              <a:buNone/>
              <a:defRPr sz="2000">
                <a:solidFill>
                  <a:schemeClr val="lt1"/>
                </a:solidFill>
                <a:latin typeface="Ubuntu"/>
                <a:ea typeface="Ubuntu"/>
                <a:cs typeface="Ubuntu"/>
                <a:sym typeface="Ubuntu"/>
              </a:defRPr>
            </a:lvl8pPr>
            <a:lvl9pPr lvl="8" rtl="0">
              <a:spcBef>
                <a:spcPts val="0"/>
              </a:spcBef>
              <a:spcAft>
                <a:spcPts val="0"/>
              </a:spcAft>
              <a:buClr>
                <a:schemeClr val="lt1"/>
              </a:buClr>
              <a:buSzPts val="2000"/>
              <a:buNone/>
              <a:defRPr sz="2000">
                <a:solidFill>
                  <a:schemeClr val="lt1"/>
                </a:solidFill>
                <a:latin typeface="Ubuntu"/>
                <a:ea typeface="Ubuntu"/>
                <a:cs typeface="Ubuntu"/>
                <a:sym typeface="Ubuntu"/>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 Purple">
  <p:cSld name="BLANK_1_1">
    <p:spTree>
      <p:nvGrpSpPr>
        <p:cNvPr id="101" name="Shape 101"/>
        <p:cNvGrpSpPr/>
        <p:nvPr/>
      </p:nvGrpSpPr>
      <p:grpSpPr>
        <a:xfrm>
          <a:off x="0" y="0"/>
          <a:ext cx="0" cy="0"/>
          <a:chOff x="0" y="0"/>
          <a:chExt cx="0" cy="0"/>
        </a:xfrm>
      </p:grpSpPr>
      <p:sp>
        <p:nvSpPr>
          <p:cNvPr id="102" name="Google Shape;10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3" name="Google Shape;103;p12"/>
          <p:cNvCxnSpPr/>
          <p:nvPr/>
        </p:nvCxnSpPr>
        <p:spPr>
          <a:xfrm>
            <a:off x="0" y="455425"/>
            <a:ext cx="679800" cy="0"/>
          </a:xfrm>
          <a:prstGeom prst="straightConnector1">
            <a:avLst/>
          </a:prstGeom>
          <a:noFill/>
          <a:ln cap="flat" cmpd="sng" w="19050">
            <a:solidFill>
              <a:schemeClr val="accent3"/>
            </a:solidFill>
            <a:prstDash val="solid"/>
            <a:round/>
            <a:headEnd len="med" w="med" type="none"/>
            <a:tailEnd len="med" w="med" type="diamond"/>
          </a:ln>
        </p:spPr>
      </p:cxnSp>
      <p:sp>
        <p:nvSpPr>
          <p:cNvPr id="104" name="Google Shape;104;p12"/>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urple 1">
  <p:cSld name="CUSTOM_1">
    <p:spTree>
      <p:nvGrpSpPr>
        <p:cNvPr id="105" name="Shape 105"/>
        <p:cNvGrpSpPr/>
        <p:nvPr/>
      </p:nvGrpSpPr>
      <p:grpSpPr>
        <a:xfrm>
          <a:off x="0" y="0"/>
          <a:ext cx="0" cy="0"/>
          <a:chOff x="0" y="0"/>
          <a:chExt cx="0" cy="0"/>
        </a:xfrm>
      </p:grpSpPr>
      <p:sp>
        <p:nvSpPr>
          <p:cNvPr id="106" name="Google Shape;106;p13"/>
          <p:cNvSpPr/>
          <p:nvPr/>
        </p:nvSpPr>
        <p:spPr>
          <a:xfrm>
            <a:off x="-123775" y="228825"/>
            <a:ext cx="3115500" cy="441900"/>
          </a:xfrm>
          <a:prstGeom prst="parallelogram">
            <a:avLst>
              <a:gd fmla="val 25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lt1"/>
              </a:solidFill>
              <a:latin typeface="Ubuntu"/>
              <a:ea typeface="Ubuntu"/>
              <a:cs typeface="Ubuntu"/>
              <a:sym typeface="Ubuntu"/>
            </a:endParaRPr>
          </a:p>
        </p:txBody>
      </p:sp>
      <p:sp>
        <p:nvSpPr>
          <p:cNvPr id="107" name="Google Shape;107;p13"/>
          <p:cNvSpPr txBox="1"/>
          <p:nvPr>
            <p:ph type="title"/>
          </p:nvPr>
        </p:nvSpPr>
        <p:spPr>
          <a:xfrm>
            <a:off x="189650" y="284450"/>
            <a:ext cx="2576100" cy="330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None/>
              <a:defRPr sz="2000">
                <a:solidFill>
                  <a:schemeClr val="lt1"/>
                </a:solidFill>
                <a:latin typeface="Ubuntu"/>
                <a:ea typeface="Ubuntu"/>
                <a:cs typeface="Ubuntu"/>
                <a:sym typeface="Ubuntu"/>
              </a:defRPr>
            </a:lvl1pPr>
            <a:lvl2pPr lvl="1" rtl="0">
              <a:spcBef>
                <a:spcPts val="0"/>
              </a:spcBef>
              <a:spcAft>
                <a:spcPts val="0"/>
              </a:spcAft>
              <a:buClr>
                <a:schemeClr val="lt1"/>
              </a:buClr>
              <a:buSzPts val="2000"/>
              <a:buNone/>
              <a:defRPr sz="2000">
                <a:solidFill>
                  <a:schemeClr val="lt1"/>
                </a:solidFill>
                <a:latin typeface="Ubuntu"/>
                <a:ea typeface="Ubuntu"/>
                <a:cs typeface="Ubuntu"/>
                <a:sym typeface="Ubuntu"/>
              </a:defRPr>
            </a:lvl2pPr>
            <a:lvl3pPr lvl="2" rtl="0">
              <a:spcBef>
                <a:spcPts val="0"/>
              </a:spcBef>
              <a:spcAft>
                <a:spcPts val="0"/>
              </a:spcAft>
              <a:buClr>
                <a:schemeClr val="lt1"/>
              </a:buClr>
              <a:buSzPts val="2000"/>
              <a:buNone/>
              <a:defRPr sz="2000">
                <a:solidFill>
                  <a:schemeClr val="lt1"/>
                </a:solidFill>
                <a:latin typeface="Ubuntu"/>
                <a:ea typeface="Ubuntu"/>
                <a:cs typeface="Ubuntu"/>
                <a:sym typeface="Ubuntu"/>
              </a:defRPr>
            </a:lvl3pPr>
            <a:lvl4pPr lvl="3" rtl="0">
              <a:spcBef>
                <a:spcPts val="0"/>
              </a:spcBef>
              <a:spcAft>
                <a:spcPts val="0"/>
              </a:spcAft>
              <a:buClr>
                <a:schemeClr val="lt1"/>
              </a:buClr>
              <a:buSzPts val="2000"/>
              <a:buNone/>
              <a:defRPr sz="2000">
                <a:solidFill>
                  <a:schemeClr val="lt1"/>
                </a:solidFill>
                <a:latin typeface="Ubuntu"/>
                <a:ea typeface="Ubuntu"/>
                <a:cs typeface="Ubuntu"/>
                <a:sym typeface="Ubuntu"/>
              </a:defRPr>
            </a:lvl4pPr>
            <a:lvl5pPr lvl="4" rtl="0">
              <a:spcBef>
                <a:spcPts val="0"/>
              </a:spcBef>
              <a:spcAft>
                <a:spcPts val="0"/>
              </a:spcAft>
              <a:buClr>
                <a:schemeClr val="lt1"/>
              </a:buClr>
              <a:buSzPts val="2000"/>
              <a:buNone/>
              <a:defRPr sz="2000">
                <a:solidFill>
                  <a:schemeClr val="lt1"/>
                </a:solidFill>
                <a:latin typeface="Ubuntu"/>
                <a:ea typeface="Ubuntu"/>
                <a:cs typeface="Ubuntu"/>
                <a:sym typeface="Ubuntu"/>
              </a:defRPr>
            </a:lvl5pPr>
            <a:lvl6pPr lvl="5" rtl="0">
              <a:spcBef>
                <a:spcPts val="0"/>
              </a:spcBef>
              <a:spcAft>
                <a:spcPts val="0"/>
              </a:spcAft>
              <a:buClr>
                <a:schemeClr val="lt1"/>
              </a:buClr>
              <a:buSzPts val="2000"/>
              <a:buNone/>
              <a:defRPr sz="2000">
                <a:solidFill>
                  <a:schemeClr val="lt1"/>
                </a:solidFill>
                <a:latin typeface="Ubuntu"/>
                <a:ea typeface="Ubuntu"/>
                <a:cs typeface="Ubuntu"/>
                <a:sym typeface="Ubuntu"/>
              </a:defRPr>
            </a:lvl6pPr>
            <a:lvl7pPr lvl="6" rtl="0">
              <a:spcBef>
                <a:spcPts val="0"/>
              </a:spcBef>
              <a:spcAft>
                <a:spcPts val="0"/>
              </a:spcAft>
              <a:buClr>
                <a:schemeClr val="lt1"/>
              </a:buClr>
              <a:buSzPts val="2000"/>
              <a:buNone/>
              <a:defRPr sz="2000">
                <a:solidFill>
                  <a:schemeClr val="lt1"/>
                </a:solidFill>
                <a:latin typeface="Ubuntu"/>
                <a:ea typeface="Ubuntu"/>
                <a:cs typeface="Ubuntu"/>
                <a:sym typeface="Ubuntu"/>
              </a:defRPr>
            </a:lvl7pPr>
            <a:lvl8pPr lvl="7" rtl="0">
              <a:spcBef>
                <a:spcPts val="0"/>
              </a:spcBef>
              <a:spcAft>
                <a:spcPts val="0"/>
              </a:spcAft>
              <a:buClr>
                <a:schemeClr val="lt1"/>
              </a:buClr>
              <a:buSzPts val="2000"/>
              <a:buNone/>
              <a:defRPr sz="2000">
                <a:solidFill>
                  <a:schemeClr val="lt1"/>
                </a:solidFill>
                <a:latin typeface="Ubuntu"/>
                <a:ea typeface="Ubuntu"/>
                <a:cs typeface="Ubuntu"/>
                <a:sym typeface="Ubuntu"/>
              </a:defRPr>
            </a:lvl8pPr>
            <a:lvl9pPr lvl="8" rtl="0">
              <a:spcBef>
                <a:spcPts val="0"/>
              </a:spcBef>
              <a:spcAft>
                <a:spcPts val="0"/>
              </a:spcAft>
              <a:buClr>
                <a:schemeClr val="lt1"/>
              </a:buClr>
              <a:buSzPts val="2000"/>
              <a:buNone/>
              <a:defRPr sz="2000">
                <a:solidFill>
                  <a:schemeClr val="lt1"/>
                </a:solidFill>
                <a:latin typeface="Ubuntu"/>
                <a:ea typeface="Ubuntu"/>
                <a:cs typeface="Ubuntu"/>
                <a:sym typeface="Ubuntu"/>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 Purple 1">
  <p:cSld name="BLANK_1_1_1">
    <p:spTree>
      <p:nvGrpSpPr>
        <p:cNvPr id="108" name="Shape 108"/>
        <p:cNvGrpSpPr/>
        <p:nvPr/>
      </p:nvGrpSpPr>
      <p:grpSpPr>
        <a:xfrm>
          <a:off x="0" y="0"/>
          <a:ext cx="0" cy="0"/>
          <a:chOff x="0" y="0"/>
          <a:chExt cx="0" cy="0"/>
        </a:xfrm>
      </p:grpSpPr>
      <p:cxnSp>
        <p:nvCxnSpPr>
          <p:cNvPr id="109" name="Google Shape;109;p14"/>
          <p:cNvCxnSpPr/>
          <p:nvPr/>
        </p:nvCxnSpPr>
        <p:spPr>
          <a:xfrm>
            <a:off x="0" y="455425"/>
            <a:ext cx="679800" cy="0"/>
          </a:xfrm>
          <a:prstGeom prst="straightConnector1">
            <a:avLst/>
          </a:prstGeom>
          <a:noFill/>
          <a:ln cap="flat" cmpd="sng" w="19050">
            <a:solidFill>
              <a:schemeClr val="accent3"/>
            </a:solidFill>
            <a:prstDash val="solid"/>
            <a:round/>
            <a:headEnd len="med" w="med" type="none"/>
            <a:tailEnd len="med" w="med" type="diamond"/>
          </a:ln>
        </p:spPr>
      </p:cxnSp>
      <p:sp>
        <p:nvSpPr>
          <p:cNvPr id="110" name="Google Shape;110;p14"/>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92929"/>
              </a:buClr>
              <a:buSzPts val="2000"/>
              <a:buNone/>
              <a:defRPr sz="2000">
                <a:solidFill>
                  <a:srgbClr val="292929"/>
                </a:solidFill>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plit Content Purple">
  <p:cSld name="TITLE_AND_BODY_1_1">
    <p:spTree>
      <p:nvGrpSpPr>
        <p:cNvPr id="111" name="Shape 111"/>
        <p:cNvGrpSpPr/>
        <p:nvPr/>
      </p:nvGrpSpPr>
      <p:grpSpPr>
        <a:xfrm>
          <a:off x="0" y="0"/>
          <a:ext cx="0" cy="0"/>
          <a:chOff x="0" y="0"/>
          <a:chExt cx="0" cy="0"/>
        </a:xfrm>
      </p:grpSpPr>
      <p:sp>
        <p:nvSpPr>
          <p:cNvPr id="112" name="Google Shape;11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15"/>
          <p:cNvSpPr/>
          <p:nvPr/>
        </p:nvSpPr>
        <p:spPr>
          <a:xfrm>
            <a:off x="3475825" y="0"/>
            <a:ext cx="5681700" cy="5143500"/>
          </a:xfrm>
          <a:prstGeom prst="rect">
            <a:avLst/>
          </a:prstGeom>
          <a:solidFill>
            <a:srgbClr val="29292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 name="Google Shape;114;p15"/>
          <p:cNvCxnSpPr/>
          <p:nvPr/>
        </p:nvCxnSpPr>
        <p:spPr>
          <a:xfrm>
            <a:off x="0" y="455425"/>
            <a:ext cx="679800" cy="0"/>
          </a:xfrm>
          <a:prstGeom prst="straightConnector1">
            <a:avLst/>
          </a:prstGeom>
          <a:noFill/>
          <a:ln cap="flat" cmpd="sng" w="19050">
            <a:solidFill>
              <a:schemeClr val="accent3"/>
            </a:solidFill>
            <a:prstDash val="solid"/>
            <a:round/>
            <a:headEnd len="med" w="med" type="none"/>
            <a:tailEnd len="med" w="med" type="diamond"/>
          </a:ln>
        </p:spPr>
      </p:cxnSp>
      <p:sp>
        <p:nvSpPr>
          <p:cNvPr id="115" name="Google Shape;115;p15"/>
          <p:cNvSpPr txBox="1"/>
          <p:nvPr>
            <p:ph type="title"/>
          </p:nvPr>
        </p:nvSpPr>
        <p:spPr>
          <a:xfrm>
            <a:off x="797925" y="212900"/>
            <a:ext cx="2200500" cy="483000"/>
          </a:xfrm>
          <a:prstGeom prst="rect">
            <a:avLst/>
          </a:prstGeom>
        </p:spPr>
        <p:txBody>
          <a:bodyPr anchorCtr="0" anchor="t" bIns="91425" lIns="91425" spcFirstLastPara="1" rIns="91425" wrap="square" tIns="91425">
            <a:normAutofit/>
          </a:bodyPr>
          <a:lstStyle>
            <a:lvl1pPr lvl="0" rtl="0">
              <a:spcBef>
                <a:spcPts val="0"/>
              </a:spcBef>
              <a:spcAft>
                <a:spcPts val="0"/>
              </a:spcAft>
              <a:buSzPts val="2000"/>
              <a:buNone/>
              <a:defRPr sz="2000">
                <a:latin typeface="Ubuntu"/>
                <a:ea typeface="Ubuntu"/>
                <a:cs typeface="Ubuntu"/>
                <a:sym typeface="Ubuntu"/>
              </a:defRPr>
            </a:lvl1pPr>
            <a:lvl2pPr lvl="1" rtl="0">
              <a:spcBef>
                <a:spcPts val="0"/>
              </a:spcBef>
              <a:spcAft>
                <a:spcPts val="0"/>
              </a:spcAft>
              <a:buSzPts val="2800"/>
              <a:buNone/>
              <a:defRPr>
                <a:latin typeface="Ubuntu"/>
                <a:ea typeface="Ubuntu"/>
                <a:cs typeface="Ubuntu"/>
                <a:sym typeface="Ubuntu"/>
              </a:defRPr>
            </a:lvl2pPr>
            <a:lvl3pPr lvl="2" rtl="0">
              <a:spcBef>
                <a:spcPts val="0"/>
              </a:spcBef>
              <a:spcAft>
                <a:spcPts val="0"/>
              </a:spcAft>
              <a:buSzPts val="2800"/>
              <a:buNone/>
              <a:defRPr>
                <a:latin typeface="Ubuntu"/>
                <a:ea typeface="Ubuntu"/>
                <a:cs typeface="Ubuntu"/>
                <a:sym typeface="Ubuntu"/>
              </a:defRPr>
            </a:lvl3pPr>
            <a:lvl4pPr lvl="3" rtl="0">
              <a:spcBef>
                <a:spcPts val="0"/>
              </a:spcBef>
              <a:spcAft>
                <a:spcPts val="0"/>
              </a:spcAft>
              <a:buSzPts val="2800"/>
              <a:buNone/>
              <a:defRPr>
                <a:latin typeface="Ubuntu"/>
                <a:ea typeface="Ubuntu"/>
                <a:cs typeface="Ubuntu"/>
                <a:sym typeface="Ubuntu"/>
              </a:defRPr>
            </a:lvl4pPr>
            <a:lvl5pPr lvl="4" rtl="0">
              <a:spcBef>
                <a:spcPts val="0"/>
              </a:spcBef>
              <a:spcAft>
                <a:spcPts val="0"/>
              </a:spcAft>
              <a:buSzPts val="2800"/>
              <a:buNone/>
              <a:defRPr>
                <a:latin typeface="Ubuntu"/>
                <a:ea typeface="Ubuntu"/>
                <a:cs typeface="Ubuntu"/>
                <a:sym typeface="Ubuntu"/>
              </a:defRPr>
            </a:lvl5pPr>
            <a:lvl6pPr lvl="5" rtl="0">
              <a:spcBef>
                <a:spcPts val="0"/>
              </a:spcBef>
              <a:spcAft>
                <a:spcPts val="0"/>
              </a:spcAft>
              <a:buSzPts val="2800"/>
              <a:buNone/>
              <a:defRPr>
                <a:latin typeface="Ubuntu"/>
                <a:ea typeface="Ubuntu"/>
                <a:cs typeface="Ubuntu"/>
                <a:sym typeface="Ubuntu"/>
              </a:defRPr>
            </a:lvl6pPr>
            <a:lvl7pPr lvl="6" rtl="0">
              <a:spcBef>
                <a:spcPts val="0"/>
              </a:spcBef>
              <a:spcAft>
                <a:spcPts val="0"/>
              </a:spcAft>
              <a:buSzPts val="2800"/>
              <a:buNone/>
              <a:defRPr>
                <a:latin typeface="Ubuntu"/>
                <a:ea typeface="Ubuntu"/>
                <a:cs typeface="Ubuntu"/>
                <a:sym typeface="Ubuntu"/>
              </a:defRPr>
            </a:lvl7pPr>
            <a:lvl8pPr lvl="7" rtl="0">
              <a:spcBef>
                <a:spcPts val="0"/>
              </a:spcBef>
              <a:spcAft>
                <a:spcPts val="0"/>
              </a:spcAft>
              <a:buSzPts val="2800"/>
              <a:buNone/>
              <a:defRPr>
                <a:latin typeface="Ubuntu"/>
                <a:ea typeface="Ubuntu"/>
                <a:cs typeface="Ubuntu"/>
                <a:sym typeface="Ubuntu"/>
              </a:defRPr>
            </a:lvl8pPr>
            <a:lvl9pPr lvl="8" rtl="0">
              <a:spcBef>
                <a:spcPts val="0"/>
              </a:spcBef>
              <a:spcAft>
                <a:spcPts val="0"/>
              </a:spcAft>
              <a:buSzPts val="2800"/>
              <a:buNone/>
              <a:defRPr>
                <a:latin typeface="Ubuntu"/>
                <a:ea typeface="Ubuntu"/>
                <a:cs typeface="Ubuntu"/>
                <a:sym typeface="Ubuntu"/>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116" name="Shape 116"/>
        <p:cNvGrpSpPr/>
        <p:nvPr/>
      </p:nvGrpSpPr>
      <p:grpSpPr>
        <a:xfrm>
          <a:off x="0" y="0"/>
          <a:ext cx="0" cy="0"/>
          <a:chOff x="0" y="0"/>
          <a:chExt cx="0" cy="0"/>
        </a:xfrm>
      </p:grpSpPr>
      <p:sp>
        <p:nvSpPr>
          <p:cNvPr id="117" name="Google Shape;11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118" name="Shape 118"/>
        <p:cNvGrpSpPr/>
        <p:nvPr/>
      </p:nvGrpSpPr>
      <p:grpSpPr>
        <a:xfrm>
          <a:off x="0" y="0"/>
          <a:ext cx="0" cy="0"/>
          <a:chOff x="0" y="0"/>
          <a:chExt cx="0" cy="0"/>
        </a:xfrm>
      </p:grpSpPr>
      <p:sp>
        <p:nvSpPr>
          <p:cNvPr id="119" name="Google Shape;119;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0" name="Google Shape;12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1" name="Google Shape;12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22" name="Shape 122"/>
        <p:cNvGrpSpPr/>
        <p:nvPr/>
      </p:nvGrpSpPr>
      <p:grpSpPr>
        <a:xfrm>
          <a:off x="0" y="0"/>
          <a:ext cx="0" cy="0"/>
          <a:chOff x="0" y="0"/>
          <a:chExt cx="0" cy="0"/>
        </a:xfrm>
      </p:grpSpPr>
      <p:sp>
        <p:nvSpPr>
          <p:cNvPr id="123" name="Google Shape;12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 name="Google Shape;12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5" name="Google Shape;12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6">
  <p:cSld name="TITLE_AND_BODY_16">
    <p:spTree>
      <p:nvGrpSpPr>
        <p:cNvPr id="126" name="Shape 126"/>
        <p:cNvGrpSpPr/>
        <p:nvPr/>
      </p:nvGrpSpPr>
      <p:grpSpPr>
        <a:xfrm>
          <a:off x="0" y="0"/>
          <a:ext cx="0" cy="0"/>
          <a:chOff x="0" y="0"/>
          <a:chExt cx="0" cy="0"/>
        </a:xfrm>
      </p:grpSpPr>
      <p:sp>
        <p:nvSpPr>
          <p:cNvPr id="127" name="Google Shape;127;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8" name="Google Shape;12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 name="Google Shape;12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130" name="Shape 130"/>
        <p:cNvGrpSpPr/>
        <p:nvPr/>
      </p:nvGrpSpPr>
      <p:grpSpPr>
        <a:xfrm>
          <a:off x="0" y="0"/>
          <a:ext cx="0" cy="0"/>
          <a:chOff x="0" y="0"/>
          <a:chExt cx="0" cy="0"/>
        </a:xfrm>
      </p:grpSpPr>
      <p:sp>
        <p:nvSpPr>
          <p:cNvPr id="131" name="Google Shape;131;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2" name="Google Shape;132;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3" name="Google Shape;13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134" name="Shape 134"/>
        <p:cNvGrpSpPr/>
        <p:nvPr/>
      </p:nvGrpSpPr>
      <p:grpSpPr>
        <a:xfrm>
          <a:off x="0" y="0"/>
          <a:ext cx="0" cy="0"/>
          <a:chOff x="0" y="0"/>
          <a:chExt cx="0" cy="0"/>
        </a:xfrm>
      </p:grpSpPr>
      <p:sp>
        <p:nvSpPr>
          <p:cNvPr id="135" name="Google Shape;135;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6" name="Google Shape;136;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7" name="Google Shape;13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8">
  <p:cSld name="TITLE_8">
    <p:spTree>
      <p:nvGrpSpPr>
        <p:cNvPr id="138" name="Shape 138"/>
        <p:cNvGrpSpPr/>
        <p:nvPr/>
      </p:nvGrpSpPr>
      <p:grpSpPr>
        <a:xfrm>
          <a:off x="0" y="0"/>
          <a:ext cx="0" cy="0"/>
          <a:chOff x="0" y="0"/>
          <a:chExt cx="0" cy="0"/>
        </a:xfrm>
      </p:grpSpPr>
      <p:sp>
        <p:nvSpPr>
          <p:cNvPr id="139" name="Google Shape;139;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0" name="Google Shape;140;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1" name="Google Shape;14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9">
  <p:cSld name="TITLE_9">
    <p:spTree>
      <p:nvGrpSpPr>
        <p:cNvPr id="142" name="Shape 142"/>
        <p:cNvGrpSpPr/>
        <p:nvPr/>
      </p:nvGrpSpPr>
      <p:grpSpPr>
        <a:xfrm>
          <a:off x="0" y="0"/>
          <a:ext cx="0" cy="0"/>
          <a:chOff x="0" y="0"/>
          <a:chExt cx="0" cy="0"/>
        </a:xfrm>
      </p:grpSpPr>
      <p:sp>
        <p:nvSpPr>
          <p:cNvPr id="143" name="Google Shape;143;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4" name="Google Shape;144;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5" name="Google Shape;14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0">
  <p:cSld name="TITLE_10">
    <p:spTree>
      <p:nvGrpSpPr>
        <p:cNvPr id="146" name="Shape 146"/>
        <p:cNvGrpSpPr/>
        <p:nvPr/>
      </p:nvGrpSpPr>
      <p:grpSpPr>
        <a:xfrm>
          <a:off x="0" y="0"/>
          <a:ext cx="0" cy="0"/>
          <a:chOff x="0" y="0"/>
          <a:chExt cx="0" cy="0"/>
        </a:xfrm>
      </p:grpSpPr>
      <p:sp>
        <p:nvSpPr>
          <p:cNvPr id="147" name="Google Shape;147;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8" name="Google Shape;148;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9" name="Google Shape;14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2">
  <p:cSld name="TITLE_AND_BODY_12">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2" name="Google Shape;15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3" name="Google Shape;15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1">
  <p:cSld name="TITLE_11">
    <p:spTree>
      <p:nvGrpSpPr>
        <p:cNvPr id="154" name="Shape 154"/>
        <p:cNvGrpSpPr/>
        <p:nvPr/>
      </p:nvGrpSpPr>
      <p:grpSpPr>
        <a:xfrm>
          <a:off x="0" y="0"/>
          <a:ext cx="0" cy="0"/>
          <a:chOff x="0" y="0"/>
          <a:chExt cx="0" cy="0"/>
        </a:xfrm>
      </p:grpSpPr>
      <p:sp>
        <p:nvSpPr>
          <p:cNvPr id="155" name="Google Shape;155;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6" name="Google Shape;156;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7" name="Google Shape;15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2">
  <p:cSld name="TITLE_12">
    <p:spTree>
      <p:nvGrpSpPr>
        <p:cNvPr id="158" name="Shape 158"/>
        <p:cNvGrpSpPr/>
        <p:nvPr/>
      </p:nvGrpSpPr>
      <p:grpSpPr>
        <a:xfrm>
          <a:off x="0" y="0"/>
          <a:ext cx="0" cy="0"/>
          <a:chOff x="0" y="0"/>
          <a:chExt cx="0" cy="0"/>
        </a:xfrm>
      </p:grpSpPr>
      <p:sp>
        <p:nvSpPr>
          <p:cNvPr id="159" name="Google Shape;159;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0" name="Google Shape;160;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3">
  <p:cSld name="TITLE_13">
    <p:spTree>
      <p:nvGrpSpPr>
        <p:cNvPr id="162" name="Shape 162"/>
        <p:cNvGrpSpPr/>
        <p:nvPr/>
      </p:nvGrpSpPr>
      <p:grpSpPr>
        <a:xfrm>
          <a:off x="0" y="0"/>
          <a:ext cx="0" cy="0"/>
          <a:chOff x="0" y="0"/>
          <a:chExt cx="0" cy="0"/>
        </a:xfrm>
      </p:grpSpPr>
      <p:sp>
        <p:nvSpPr>
          <p:cNvPr id="163" name="Google Shape;163;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4" name="Google Shape;164;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5" name="Google Shape;16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4">
  <p:cSld name="TITLE_14">
    <p:spTree>
      <p:nvGrpSpPr>
        <p:cNvPr id="166" name="Shape 166"/>
        <p:cNvGrpSpPr/>
        <p:nvPr/>
      </p:nvGrpSpPr>
      <p:grpSpPr>
        <a:xfrm>
          <a:off x="0" y="0"/>
          <a:ext cx="0" cy="0"/>
          <a:chOff x="0" y="0"/>
          <a:chExt cx="0" cy="0"/>
        </a:xfrm>
      </p:grpSpPr>
      <p:sp>
        <p:nvSpPr>
          <p:cNvPr id="167" name="Google Shape;167;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8" name="Google Shape;168;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9" name="Google Shape;16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5">
  <p:cSld name="TITLE_15">
    <p:spTree>
      <p:nvGrpSpPr>
        <p:cNvPr id="170" name="Shape 170"/>
        <p:cNvGrpSpPr/>
        <p:nvPr/>
      </p:nvGrpSpPr>
      <p:grpSpPr>
        <a:xfrm>
          <a:off x="0" y="0"/>
          <a:ext cx="0" cy="0"/>
          <a:chOff x="0" y="0"/>
          <a:chExt cx="0" cy="0"/>
        </a:xfrm>
      </p:grpSpPr>
      <p:sp>
        <p:nvSpPr>
          <p:cNvPr id="171" name="Google Shape;171;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2" name="Google Shape;172;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3" name="Google Shape;17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6">
  <p:cSld name="TITLE_16">
    <p:spTree>
      <p:nvGrpSpPr>
        <p:cNvPr id="174" name="Shape 174"/>
        <p:cNvGrpSpPr/>
        <p:nvPr/>
      </p:nvGrpSpPr>
      <p:grpSpPr>
        <a:xfrm>
          <a:off x="0" y="0"/>
          <a:ext cx="0" cy="0"/>
          <a:chOff x="0" y="0"/>
          <a:chExt cx="0" cy="0"/>
        </a:xfrm>
      </p:grpSpPr>
      <p:sp>
        <p:nvSpPr>
          <p:cNvPr id="175" name="Google Shape;175;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6" name="Google Shape;176;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7">
  <p:cSld name="TITLE_17">
    <p:spTree>
      <p:nvGrpSpPr>
        <p:cNvPr id="178" name="Shape 178"/>
        <p:cNvGrpSpPr/>
        <p:nvPr/>
      </p:nvGrpSpPr>
      <p:grpSpPr>
        <a:xfrm>
          <a:off x="0" y="0"/>
          <a:ext cx="0" cy="0"/>
          <a:chOff x="0" y="0"/>
          <a:chExt cx="0" cy="0"/>
        </a:xfrm>
      </p:grpSpPr>
      <p:sp>
        <p:nvSpPr>
          <p:cNvPr id="179" name="Google Shape;179;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80" name="Google Shape;180;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1" name="Google Shape;18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355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Ubuntu"/>
              <a:buChar char="●"/>
              <a:defRPr sz="1800">
                <a:solidFill>
                  <a:schemeClr val="dk2"/>
                </a:solidFill>
                <a:latin typeface="Ubuntu"/>
                <a:ea typeface="Ubuntu"/>
                <a:cs typeface="Ubuntu"/>
                <a:sym typeface="Ubuntu"/>
              </a:defRPr>
            </a:lvl1pPr>
            <a:lvl2pPr indent="-317500" lvl="1" marL="9144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2pPr>
            <a:lvl3pPr indent="-317500" lvl="2" marL="13716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3pPr>
            <a:lvl4pPr indent="-317500" lvl="3" marL="18288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4pPr>
            <a:lvl5pPr indent="-317500" lvl="4" marL="22860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5pPr>
            <a:lvl6pPr indent="-317500" lvl="5" marL="27432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6pPr>
            <a:lvl7pPr indent="-317500" lvl="6" marL="32004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7pPr>
            <a:lvl8pPr indent="-317500" lvl="7" marL="36576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8pPr>
            <a:lvl9pPr indent="-317500" lvl="8" marL="4114800" rtl="0">
              <a:lnSpc>
                <a:spcPct val="115000"/>
              </a:lnSpc>
              <a:spcBef>
                <a:spcPts val="0"/>
              </a:spcBef>
              <a:spcAft>
                <a:spcPts val="0"/>
              </a:spcAft>
              <a:buClr>
                <a:schemeClr val="dk2"/>
              </a:buClr>
              <a:buSzPts val="1400"/>
              <a:buFont typeface="Ubuntu"/>
              <a:buChar char="■"/>
              <a:defRPr sz="1400">
                <a:solidFill>
                  <a:schemeClr val="dk2"/>
                </a:solidFill>
                <a:latin typeface="Ubuntu"/>
                <a:ea typeface="Ubuntu"/>
                <a:cs typeface="Ubuntu"/>
                <a:sym typeface="Ubuntu"/>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mc:AlternateContent>
    <mc:Choice Requires="p14">
      <p:transition p14:dur="400">
        <p:push/>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comments" Target="../comments/commen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comments" Target="../comments/commen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13.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comments" Target="../comments/commen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comments" Target="../comments/commen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3"/>
          <p:cNvPicPr preferRelativeResize="0"/>
          <p:nvPr/>
        </p:nvPicPr>
        <p:blipFill>
          <a:blip r:embed="rId3">
            <a:alphaModFix amt="90000"/>
          </a:blip>
          <a:stretch>
            <a:fillRect/>
          </a:stretch>
        </p:blipFill>
        <p:spPr>
          <a:xfrm>
            <a:off x="-172237" y="0"/>
            <a:ext cx="9488474" cy="5329850"/>
          </a:xfrm>
          <a:prstGeom prst="rect">
            <a:avLst/>
          </a:prstGeom>
          <a:noFill/>
          <a:ln>
            <a:noFill/>
          </a:ln>
        </p:spPr>
      </p:pic>
      <p:sp>
        <p:nvSpPr>
          <p:cNvPr id="187" name="Google Shape;187;p33"/>
          <p:cNvSpPr txBox="1"/>
          <p:nvPr/>
        </p:nvSpPr>
        <p:spPr>
          <a:xfrm>
            <a:off x="0" y="4034700"/>
            <a:ext cx="15300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Ubuntu"/>
                <a:ea typeface="Ubuntu"/>
                <a:cs typeface="Ubuntu"/>
                <a:sym typeface="Ubuntu"/>
              </a:rPr>
              <a:t>16/01/2026</a:t>
            </a:r>
            <a:endParaRPr sz="1800">
              <a:solidFill>
                <a:schemeClr val="lt1"/>
              </a:solidFill>
              <a:latin typeface="Ubuntu"/>
              <a:ea typeface="Ubuntu"/>
              <a:cs typeface="Ubuntu"/>
              <a:sym typeface="Ubuntu"/>
            </a:endParaRPr>
          </a:p>
        </p:txBody>
      </p:sp>
      <p:sp>
        <p:nvSpPr>
          <p:cNvPr id="188" name="Google Shape;188;p33"/>
          <p:cNvSpPr txBox="1"/>
          <p:nvPr/>
        </p:nvSpPr>
        <p:spPr>
          <a:xfrm>
            <a:off x="0" y="4472700"/>
            <a:ext cx="3922800" cy="6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Ubuntu"/>
                <a:ea typeface="Ubuntu"/>
                <a:cs typeface="Ubuntu"/>
                <a:sym typeface="Ubuntu"/>
              </a:rPr>
              <a:t>Pelopidas-Nikolaos Tsiountsiouras</a:t>
            </a:r>
            <a:endParaRPr sz="1800">
              <a:solidFill>
                <a:schemeClr val="lt1"/>
              </a:solidFill>
              <a:latin typeface="Ubuntu"/>
              <a:ea typeface="Ubuntu"/>
              <a:cs typeface="Ubuntu"/>
              <a:sym typeface="Ubuntu"/>
            </a:endParaRPr>
          </a:p>
          <a:p>
            <a:pPr indent="0" lvl="0" marL="0" rtl="0" algn="l">
              <a:spcBef>
                <a:spcPts val="0"/>
              </a:spcBef>
              <a:spcAft>
                <a:spcPts val="0"/>
              </a:spcAft>
              <a:buNone/>
            </a:pPr>
            <a:r>
              <a:rPr lang="en" sz="1800">
                <a:solidFill>
                  <a:schemeClr val="lt1"/>
                </a:solidFill>
                <a:latin typeface="Ubuntu"/>
                <a:ea typeface="Ubuntu"/>
                <a:cs typeface="Ubuntu"/>
                <a:sym typeface="Ubuntu"/>
              </a:rPr>
              <a:t>A.E.M.: 11085</a:t>
            </a:r>
            <a:endParaRPr sz="1800">
              <a:solidFill>
                <a:schemeClr val="lt1"/>
              </a:solidFill>
              <a:latin typeface="Ubuntu"/>
              <a:ea typeface="Ubuntu"/>
              <a:cs typeface="Ubuntu"/>
              <a:sym typeface="Ubuntu"/>
            </a:endParaRPr>
          </a:p>
        </p:txBody>
      </p:sp>
      <p:sp>
        <p:nvSpPr>
          <p:cNvPr id="189" name="Google Shape;189;p33"/>
          <p:cNvSpPr txBox="1"/>
          <p:nvPr/>
        </p:nvSpPr>
        <p:spPr>
          <a:xfrm>
            <a:off x="4416700" y="177050"/>
            <a:ext cx="4727400" cy="54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Ubuntu"/>
                <a:ea typeface="Ubuntu"/>
                <a:cs typeface="Ubuntu"/>
                <a:sym typeface="Ubuntu"/>
              </a:rPr>
              <a:t>Neural Networks-Deep Learning</a:t>
            </a:r>
            <a:endParaRPr b="1" sz="1800">
              <a:solidFill>
                <a:schemeClr val="lt1"/>
              </a:solidFill>
              <a:latin typeface="Ubuntu"/>
              <a:ea typeface="Ubuntu"/>
              <a:cs typeface="Ubuntu"/>
              <a:sym typeface="Ubuntu"/>
            </a:endParaRPr>
          </a:p>
        </p:txBody>
      </p:sp>
      <p:sp>
        <p:nvSpPr>
          <p:cNvPr id="190" name="Google Shape;190;p33"/>
          <p:cNvSpPr txBox="1"/>
          <p:nvPr/>
        </p:nvSpPr>
        <p:spPr>
          <a:xfrm>
            <a:off x="5180775" y="1118150"/>
            <a:ext cx="3606000" cy="18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Ubuntu"/>
                <a:ea typeface="Ubuntu"/>
                <a:cs typeface="Ubuntu"/>
                <a:sym typeface="Ubuntu"/>
              </a:rPr>
              <a:t>Datasets Used</a:t>
            </a:r>
            <a:endParaRPr b="1" sz="1800">
              <a:solidFill>
                <a:schemeClr val="lt1"/>
              </a:solidFill>
              <a:latin typeface="Ubuntu"/>
              <a:ea typeface="Ubuntu"/>
              <a:cs typeface="Ubuntu"/>
              <a:sym typeface="Ubuntu"/>
            </a:endParaRPr>
          </a:p>
          <a:p>
            <a:pPr indent="0" lvl="0" marL="0" rtl="0" algn="l">
              <a:spcBef>
                <a:spcPts val="0"/>
              </a:spcBef>
              <a:spcAft>
                <a:spcPts val="0"/>
              </a:spcAft>
              <a:buNone/>
            </a:pPr>
            <a:r>
              <a:t/>
            </a:r>
            <a:endParaRPr b="1"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b="1" lang="en" sz="1800">
                <a:solidFill>
                  <a:schemeClr val="lt1"/>
                </a:solidFill>
                <a:latin typeface="Ubuntu"/>
                <a:ea typeface="Ubuntu"/>
                <a:cs typeface="Ubuntu"/>
                <a:sym typeface="Ubuntu"/>
              </a:rPr>
              <a:t>Project 1: </a:t>
            </a:r>
            <a:r>
              <a:rPr lang="en" sz="1800">
                <a:solidFill>
                  <a:schemeClr val="lt1"/>
                </a:solidFill>
                <a:latin typeface="Ubuntu"/>
                <a:ea typeface="Ubuntu"/>
                <a:cs typeface="Ubuntu"/>
                <a:sym typeface="Ubuntu"/>
              </a:rPr>
              <a:t>CIFAR-10</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b="1" lang="en" sz="1800">
                <a:solidFill>
                  <a:schemeClr val="lt1"/>
                </a:solidFill>
                <a:latin typeface="Ubuntu"/>
                <a:ea typeface="Ubuntu"/>
                <a:cs typeface="Ubuntu"/>
                <a:sym typeface="Ubuntu"/>
              </a:rPr>
              <a:t>Project 2: </a:t>
            </a:r>
            <a:r>
              <a:rPr lang="en" sz="1800">
                <a:solidFill>
                  <a:schemeClr val="lt1"/>
                </a:solidFill>
                <a:latin typeface="Ubuntu"/>
                <a:ea typeface="Ubuntu"/>
                <a:cs typeface="Ubuntu"/>
                <a:sym typeface="Ubuntu"/>
              </a:rPr>
              <a:t>CIFAR-10</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b="1" lang="en" sz="1800">
                <a:solidFill>
                  <a:schemeClr val="lt1"/>
                </a:solidFill>
                <a:latin typeface="Ubuntu"/>
                <a:ea typeface="Ubuntu"/>
                <a:cs typeface="Ubuntu"/>
                <a:sym typeface="Ubuntu"/>
              </a:rPr>
              <a:t>Project 3: </a:t>
            </a:r>
            <a:r>
              <a:rPr lang="en" sz="1800">
                <a:solidFill>
                  <a:schemeClr val="lt1"/>
                </a:solidFill>
                <a:latin typeface="Ubuntu"/>
                <a:ea typeface="Ubuntu"/>
                <a:cs typeface="Ubuntu"/>
                <a:sym typeface="Ubuntu"/>
              </a:rPr>
              <a:t> MNIST</a:t>
            </a:r>
            <a:endParaRPr sz="1800">
              <a:solidFill>
                <a:schemeClr val="lt1"/>
              </a:solidFill>
              <a:latin typeface="Ubuntu"/>
              <a:ea typeface="Ubuntu"/>
              <a:cs typeface="Ubuntu"/>
              <a:sym typeface="Ubuntu"/>
            </a:endParaRPr>
          </a:p>
        </p:txBody>
      </p:sp>
      <p:sp>
        <p:nvSpPr>
          <p:cNvPr id="191" name="Google Shape;191;p33"/>
          <p:cNvSpPr txBox="1"/>
          <p:nvPr/>
        </p:nvSpPr>
        <p:spPr>
          <a:xfrm>
            <a:off x="4943175" y="3179700"/>
            <a:ext cx="40812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Ubuntu"/>
              <a:buChar char="●"/>
            </a:pPr>
            <a:r>
              <a:rPr b="1" lang="en" sz="1800">
                <a:solidFill>
                  <a:schemeClr val="lt1"/>
                </a:solidFill>
                <a:latin typeface="Ubuntu"/>
                <a:ea typeface="Ubuntu"/>
                <a:cs typeface="Ubuntu"/>
                <a:sym typeface="Ubuntu"/>
              </a:rPr>
              <a:t>CIFAR-10:  </a:t>
            </a:r>
            <a:r>
              <a:rPr lang="en" sz="1800">
                <a:solidFill>
                  <a:schemeClr val="lt1"/>
                </a:solidFill>
                <a:latin typeface="Ubuntu"/>
                <a:ea typeface="Ubuntu"/>
                <a:cs typeface="Ubuntu"/>
                <a:sym typeface="Ubuntu"/>
              </a:rPr>
              <a:t>60,000 RGB images (32X32), 10 classes</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b="1" lang="en" sz="1800">
                <a:solidFill>
                  <a:schemeClr val="lt1"/>
                </a:solidFill>
                <a:latin typeface="Ubuntu"/>
                <a:ea typeface="Ubuntu"/>
                <a:cs typeface="Ubuntu"/>
                <a:sym typeface="Ubuntu"/>
              </a:rPr>
              <a:t>MNIST: </a:t>
            </a:r>
            <a:r>
              <a:rPr lang="en" sz="1800">
                <a:solidFill>
                  <a:schemeClr val="lt1"/>
                </a:solidFill>
                <a:latin typeface="Ubuntu"/>
                <a:ea typeface="Ubuntu"/>
                <a:cs typeface="Ubuntu"/>
                <a:sym typeface="Ubuntu"/>
              </a:rPr>
              <a:t>70,000 grayscale digits (28X28), 10 classes</a:t>
            </a:r>
            <a:endParaRPr sz="1800">
              <a:solidFill>
                <a:schemeClr val="lt1"/>
              </a:solidFill>
              <a:latin typeface="Ubuntu"/>
              <a:ea typeface="Ubuntu"/>
              <a:cs typeface="Ubuntu"/>
              <a:sym typeface="Ubuntu"/>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Project 1</a:t>
            </a:r>
            <a:endParaRPr>
              <a:solidFill>
                <a:schemeClr val="lt1"/>
              </a:solidFill>
            </a:endParaRPr>
          </a:p>
        </p:txBody>
      </p:sp>
      <p:pic>
        <p:nvPicPr>
          <p:cNvPr id="197" name="Google Shape;197;p34"/>
          <p:cNvPicPr preferRelativeResize="0"/>
          <p:nvPr/>
        </p:nvPicPr>
        <p:blipFill>
          <a:blip r:embed="rId3">
            <a:alphaModFix/>
          </a:blip>
          <a:stretch>
            <a:fillRect/>
          </a:stretch>
        </p:blipFill>
        <p:spPr>
          <a:xfrm>
            <a:off x="3477400" y="-647825"/>
            <a:ext cx="5764575" cy="5900201"/>
          </a:xfrm>
          <a:prstGeom prst="rect">
            <a:avLst/>
          </a:prstGeom>
          <a:noFill/>
          <a:ln>
            <a:noFill/>
          </a:ln>
        </p:spPr>
      </p:pic>
      <p:sp>
        <p:nvSpPr>
          <p:cNvPr id="198" name="Google Shape;198;p34"/>
          <p:cNvSpPr txBox="1"/>
          <p:nvPr/>
        </p:nvSpPr>
        <p:spPr>
          <a:xfrm>
            <a:off x="136075" y="1347125"/>
            <a:ext cx="3000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Ubuntu"/>
                <a:ea typeface="Ubuntu"/>
                <a:cs typeface="Ubuntu"/>
                <a:sym typeface="Ubuntu"/>
              </a:rPr>
              <a:t>This project systematically evaluates image classification on the </a:t>
            </a:r>
            <a:r>
              <a:rPr b="1" lang="en">
                <a:solidFill>
                  <a:schemeClr val="lt1"/>
                </a:solidFill>
                <a:latin typeface="Ubuntu"/>
                <a:ea typeface="Ubuntu"/>
                <a:cs typeface="Ubuntu"/>
                <a:sym typeface="Ubuntu"/>
              </a:rPr>
              <a:t>CIFAR-10</a:t>
            </a:r>
            <a:r>
              <a:rPr lang="en">
                <a:solidFill>
                  <a:schemeClr val="lt1"/>
                </a:solidFill>
                <a:latin typeface="Ubuntu"/>
                <a:ea typeface="Ubuntu"/>
                <a:cs typeface="Ubuntu"/>
                <a:sym typeface="Ubuntu"/>
              </a:rPr>
              <a:t> dataset, transitioning from classical distance-based baselines to high-performing deep learning architectures. I compared the performance and computational trade-offs of </a:t>
            </a:r>
            <a:r>
              <a:rPr b="1" lang="en">
                <a:solidFill>
                  <a:schemeClr val="lt1"/>
                </a:solidFill>
                <a:latin typeface="Ubuntu"/>
                <a:ea typeface="Ubuntu"/>
                <a:cs typeface="Ubuntu"/>
                <a:sym typeface="Ubuntu"/>
              </a:rPr>
              <a:t>1-NN, 3-NN, and NCC</a:t>
            </a:r>
            <a:r>
              <a:rPr lang="en">
                <a:solidFill>
                  <a:schemeClr val="lt1"/>
                </a:solidFill>
                <a:latin typeface="Ubuntu"/>
                <a:ea typeface="Ubuntu"/>
                <a:cs typeface="Ubuntu"/>
                <a:sym typeface="Ubuntu"/>
              </a:rPr>
              <a:t> against multi-layer perceptrons and convolutional neural networks, achieving a peak accuracy of </a:t>
            </a:r>
            <a:r>
              <a:rPr b="1" lang="en">
                <a:solidFill>
                  <a:schemeClr val="lt1"/>
                </a:solidFill>
                <a:latin typeface="Ubuntu"/>
                <a:ea typeface="Ubuntu"/>
                <a:cs typeface="Ubuntu"/>
                <a:sym typeface="Ubuntu"/>
              </a:rPr>
              <a:t>92.61%</a:t>
            </a:r>
            <a:r>
              <a:rPr lang="en">
                <a:solidFill>
                  <a:schemeClr val="lt1"/>
                </a:solidFill>
                <a:latin typeface="Ubuntu"/>
                <a:ea typeface="Ubuntu"/>
                <a:cs typeface="Ubuntu"/>
                <a:sym typeface="Ubuntu"/>
              </a:rPr>
              <a:t> with a deep CNN.</a:t>
            </a:r>
            <a:endParaRPr sz="1700">
              <a:solidFill>
                <a:schemeClr val="lt1"/>
              </a:solidFill>
              <a:latin typeface="Ubuntu"/>
              <a:ea typeface="Ubuntu"/>
              <a:cs typeface="Ubuntu"/>
              <a:sym typeface="Ubuntu"/>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797925" y="212900"/>
            <a:ext cx="25113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Comparison</a:t>
            </a:r>
            <a:endParaRPr/>
          </a:p>
          <a:p>
            <a:pPr indent="0" lvl="0" marL="0" rtl="0" algn="l">
              <a:spcBef>
                <a:spcPts val="0"/>
              </a:spcBef>
              <a:spcAft>
                <a:spcPts val="0"/>
              </a:spcAft>
              <a:buNone/>
            </a:pPr>
            <a:r>
              <a:t/>
            </a:r>
            <a:endParaRPr b="1"/>
          </a:p>
        </p:txBody>
      </p:sp>
      <p:pic>
        <p:nvPicPr>
          <p:cNvPr id="204" name="Google Shape;204;p35" title="complete_methods_comparison.png"/>
          <p:cNvPicPr preferRelativeResize="0"/>
          <p:nvPr/>
        </p:nvPicPr>
        <p:blipFill>
          <a:blip r:embed="rId4">
            <a:alphaModFix/>
          </a:blip>
          <a:stretch>
            <a:fillRect/>
          </a:stretch>
        </p:blipFill>
        <p:spPr>
          <a:xfrm>
            <a:off x="203225" y="1193788"/>
            <a:ext cx="6360874" cy="2755929"/>
          </a:xfrm>
          <a:prstGeom prst="rect">
            <a:avLst/>
          </a:prstGeom>
          <a:noFill/>
          <a:ln>
            <a:noFill/>
          </a:ln>
        </p:spPr>
      </p:pic>
      <p:pic>
        <p:nvPicPr>
          <p:cNvPr id="205" name="Google Shape;205;p35"/>
          <p:cNvPicPr preferRelativeResize="0"/>
          <p:nvPr/>
        </p:nvPicPr>
        <p:blipFill>
          <a:blip r:embed="rId5">
            <a:alphaModFix/>
          </a:blip>
          <a:stretch>
            <a:fillRect/>
          </a:stretch>
        </p:blipFill>
        <p:spPr>
          <a:xfrm>
            <a:off x="6659326" y="152400"/>
            <a:ext cx="2346036"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797925" y="212900"/>
            <a:ext cx="39129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Baselines vs Neural Networks</a:t>
            </a:r>
            <a:endParaRPr/>
          </a:p>
        </p:txBody>
      </p:sp>
      <p:pic>
        <p:nvPicPr>
          <p:cNvPr id="211" name="Google Shape;211;p36" title="complete_comparison.png"/>
          <p:cNvPicPr preferRelativeResize="0"/>
          <p:nvPr/>
        </p:nvPicPr>
        <p:blipFill>
          <a:blip r:embed="rId4">
            <a:alphaModFix/>
          </a:blip>
          <a:stretch>
            <a:fillRect/>
          </a:stretch>
        </p:blipFill>
        <p:spPr>
          <a:xfrm>
            <a:off x="1077675" y="780250"/>
            <a:ext cx="7299494" cy="4142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Curves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17" name="Google Shape;217;p37" title="training_curves.png"/>
          <p:cNvPicPr preferRelativeResize="0"/>
          <p:nvPr/>
        </p:nvPicPr>
        <p:blipFill>
          <a:blip r:embed="rId4">
            <a:alphaModFix/>
          </a:blip>
          <a:stretch>
            <a:fillRect/>
          </a:stretch>
        </p:blipFill>
        <p:spPr>
          <a:xfrm>
            <a:off x="152400" y="848300"/>
            <a:ext cx="8839201" cy="3272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223" name="Google Shape;223;p38"/>
          <p:cNvSpPr txBox="1"/>
          <p:nvPr/>
        </p:nvSpPr>
        <p:spPr>
          <a:xfrm>
            <a:off x="688425" y="928475"/>
            <a:ext cx="7385700" cy="3917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Οι κλασικές μέθοδοι και τα MLPs παρουσιάζουν σαφείς περιορισμούς σε δεδομένα εικόνας υψηλής πολυπλοκότητας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Η αύξηση της αρχιτεκτονικής πολυπλοκότητας οδηγεί σε σταθερή βελτίωση ακρίβειας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Τα CNNs εκμεταλλεύονται τη χωρική δομή των εικόνων και επιτυγχάνουν το καλύτερο επίπεδο γενίκευσης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Το βέλτιστο μοντέλο πέτυχε ακρίβεια </a:t>
            </a:r>
            <a:r>
              <a:rPr b="1" lang="en" sz="1500">
                <a:solidFill>
                  <a:schemeClr val="lt1"/>
                </a:solidFill>
                <a:latin typeface="Ubuntu"/>
                <a:ea typeface="Ubuntu"/>
                <a:cs typeface="Ubuntu"/>
                <a:sym typeface="Ubuntu"/>
              </a:rPr>
              <a:t>92.6%</a:t>
            </a:r>
            <a:r>
              <a:rPr lang="en" sz="1500">
                <a:solidFill>
                  <a:schemeClr val="lt1"/>
                </a:solidFill>
                <a:latin typeface="Ubuntu"/>
                <a:ea typeface="Ubuntu"/>
                <a:cs typeface="Ubuntu"/>
                <a:sym typeface="Ubuntu"/>
              </a:rPr>
              <a:t>, ξεπερνώντας σημαντικά όλες τις υπόλοιπες προσεγγίσεις</a:t>
            </a:r>
            <a:endParaRPr sz="1500">
              <a:solidFill>
                <a:schemeClr val="lt1"/>
              </a:solidFill>
              <a:latin typeface="Ubuntu"/>
              <a:ea typeface="Ubuntu"/>
              <a:cs typeface="Ubuntu"/>
              <a:sym typeface="Ubuntu"/>
            </a:endParaRPr>
          </a:p>
          <a:p>
            <a:pPr indent="0" lvl="0" marL="457200" rtl="0" algn="l">
              <a:spcBef>
                <a:spcPts val="0"/>
              </a:spcBef>
              <a:spcAft>
                <a:spcPts val="0"/>
              </a:spcAft>
              <a:buNone/>
            </a:pPr>
            <a:r>
              <a:t/>
            </a: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Πειραματισμός με βαθύτερες CNN αρχιτεκτονικές και διαφορετικά convolutional blocks</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Εκτενέστερη μελέτη data augmentation και transfer learning για περαιτέρω βελτίωση της γενίκευσης</a:t>
            </a:r>
            <a:endParaRPr sz="1500">
              <a:solidFill>
                <a:schemeClr val="lt1"/>
              </a:solidFill>
              <a:latin typeface="Ubuntu"/>
              <a:ea typeface="Ubuntu"/>
              <a:cs typeface="Ubuntu"/>
              <a:sym typeface="Ubuntu"/>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9"/>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Project 2</a:t>
            </a:r>
            <a:endParaRPr>
              <a:solidFill>
                <a:schemeClr val="lt1"/>
              </a:solidFill>
            </a:endParaRPr>
          </a:p>
        </p:txBody>
      </p:sp>
      <p:sp>
        <p:nvSpPr>
          <p:cNvPr id="229" name="Google Shape;229;p39"/>
          <p:cNvSpPr txBox="1"/>
          <p:nvPr/>
        </p:nvSpPr>
        <p:spPr>
          <a:xfrm>
            <a:off x="108875" y="1555800"/>
            <a:ext cx="3173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Ubuntu"/>
                <a:ea typeface="Ubuntu"/>
                <a:cs typeface="Ubuntu"/>
                <a:sym typeface="Ubuntu"/>
              </a:rPr>
              <a:t>In this project, I implemented </a:t>
            </a:r>
            <a:r>
              <a:rPr b="1" lang="en" sz="1200">
                <a:solidFill>
                  <a:schemeClr val="lt1"/>
                </a:solidFill>
                <a:latin typeface="Ubuntu"/>
                <a:ea typeface="Ubuntu"/>
                <a:cs typeface="Ubuntu"/>
                <a:sym typeface="Ubuntu"/>
              </a:rPr>
              <a:t>Support Vector Machines (SVMs)</a:t>
            </a:r>
            <a:r>
              <a:rPr lang="en" sz="1200">
                <a:solidFill>
                  <a:schemeClr val="lt1"/>
                </a:solidFill>
                <a:latin typeface="Ubuntu"/>
                <a:ea typeface="Ubuntu"/>
                <a:cs typeface="Ubuntu"/>
                <a:sym typeface="Ubuntu"/>
              </a:rPr>
              <a:t> for multi-class classification on the </a:t>
            </a:r>
            <a:r>
              <a:rPr b="1" lang="en" sz="1200">
                <a:solidFill>
                  <a:schemeClr val="lt1"/>
                </a:solidFill>
                <a:latin typeface="Ubuntu"/>
                <a:ea typeface="Ubuntu"/>
                <a:cs typeface="Ubuntu"/>
                <a:sym typeface="Ubuntu"/>
              </a:rPr>
              <a:t>CIFAR-10</a:t>
            </a:r>
            <a:r>
              <a:rPr lang="en" sz="1200">
                <a:solidFill>
                  <a:schemeClr val="lt1"/>
                </a:solidFill>
                <a:latin typeface="Ubuntu"/>
                <a:ea typeface="Ubuntu"/>
                <a:cs typeface="Ubuntu"/>
                <a:sym typeface="Ubuntu"/>
              </a:rPr>
              <a:t> dataset using </a:t>
            </a:r>
            <a:r>
              <a:rPr b="1" lang="en" sz="1200">
                <a:solidFill>
                  <a:schemeClr val="lt1"/>
                </a:solidFill>
                <a:latin typeface="Ubuntu"/>
                <a:ea typeface="Ubuntu"/>
                <a:cs typeface="Ubuntu"/>
                <a:sym typeface="Ubuntu"/>
              </a:rPr>
              <a:t>Linear, Polynomial, and RBF kernels</a:t>
            </a:r>
            <a:r>
              <a:rPr lang="en" sz="1200">
                <a:solidFill>
                  <a:schemeClr val="lt1"/>
                </a:solidFill>
                <a:latin typeface="Ubuntu"/>
                <a:ea typeface="Ubuntu"/>
                <a:cs typeface="Ubuntu"/>
                <a:sym typeface="Ubuntu"/>
              </a:rPr>
              <a:t>. By applying </a:t>
            </a:r>
            <a:r>
              <a:rPr b="1" lang="en" sz="1200">
                <a:solidFill>
                  <a:schemeClr val="lt1"/>
                </a:solidFill>
                <a:latin typeface="Ubuntu"/>
                <a:ea typeface="Ubuntu"/>
                <a:cs typeface="Ubuntu"/>
                <a:sym typeface="Ubuntu"/>
              </a:rPr>
              <a:t>PCA dimensionality reduction</a:t>
            </a:r>
            <a:r>
              <a:rPr lang="en" sz="1200">
                <a:solidFill>
                  <a:schemeClr val="lt1"/>
                </a:solidFill>
                <a:latin typeface="Ubuntu"/>
                <a:ea typeface="Ubuntu"/>
                <a:cs typeface="Ubuntu"/>
                <a:sym typeface="Ubuntu"/>
              </a:rPr>
              <a:t> to retain 90% variance, I optimized the trade-off between training efficiency and accuracy, with the </a:t>
            </a:r>
            <a:r>
              <a:rPr b="1" lang="en" sz="1200">
                <a:solidFill>
                  <a:schemeClr val="lt1"/>
                </a:solidFill>
                <a:latin typeface="Ubuntu"/>
                <a:ea typeface="Ubuntu"/>
                <a:cs typeface="Ubuntu"/>
                <a:sym typeface="Ubuntu"/>
              </a:rPr>
              <a:t>RBF kernel</a:t>
            </a:r>
            <a:r>
              <a:rPr lang="en" sz="1200">
                <a:solidFill>
                  <a:schemeClr val="lt1"/>
                </a:solidFill>
                <a:latin typeface="Ubuntu"/>
                <a:ea typeface="Ubuntu"/>
                <a:cs typeface="Ubuntu"/>
                <a:sym typeface="Ubuntu"/>
              </a:rPr>
              <a:t> achieving the highest performance at </a:t>
            </a:r>
            <a:r>
              <a:rPr b="1" lang="en" sz="1200">
                <a:solidFill>
                  <a:schemeClr val="lt1"/>
                </a:solidFill>
                <a:latin typeface="Ubuntu"/>
                <a:ea typeface="Ubuntu"/>
                <a:cs typeface="Ubuntu"/>
                <a:sym typeface="Ubuntu"/>
              </a:rPr>
              <a:t>56.14%</a:t>
            </a:r>
            <a:r>
              <a:rPr lang="en" sz="1200">
                <a:solidFill>
                  <a:schemeClr val="lt1"/>
                </a:solidFill>
                <a:latin typeface="Ubuntu"/>
                <a:ea typeface="Ubuntu"/>
                <a:cs typeface="Ubuntu"/>
                <a:sym typeface="Ubuntu"/>
              </a:rPr>
              <a:t>.</a:t>
            </a:r>
            <a:endParaRPr sz="1500">
              <a:solidFill>
                <a:schemeClr val="lt1"/>
              </a:solidFill>
              <a:latin typeface="Ubuntu"/>
              <a:ea typeface="Ubuntu"/>
              <a:cs typeface="Ubuntu"/>
              <a:sym typeface="Ubuntu"/>
            </a:endParaRPr>
          </a:p>
        </p:txBody>
      </p:sp>
      <p:pic>
        <p:nvPicPr>
          <p:cNvPr descr="svm" id="230" name="Google Shape;230;p39"/>
          <p:cNvPicPr preferRelativeResize="0"/>
          <p:nvPr/>
        </p:nvPicPr>
        <p:blipFill>
          <a:blip r:embed="rId3">
            <a:alphaModFix/>
          </a:blip>
          <a:stretch>
            <a:fillRect/>
          </a:stretch>
        </p:blipFill>
        <p:spPr>
          <a:xfrm>
            <a:off x="3499750" y="-81625"/>
            <a:ext cx="5644250" cy="5644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797925" y="212900"/>
            <a:ext cx="37740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 Comparison-Accuracy</a:t>
            </a:r>
            <a:endParaRPr/>
          </a:p>
        </p:txBody>
      </p:sp>
      <p:pic>
        <p:nvPicPr>
          <p:cNvPr id="236" name="Google Shape;236;p40" title="methods_comparison.png"/>
          <p:cNvPicPr preferRelativeResize="0"/>
          <p:nvPr/>
        </p:nvPicPr>
        <p:blipFill>
          <a:blip r:embed="rId4">
            <a:alphaModFix/>
          </a:blip>
          <a:stretch>
            <a:fillRect/>
          </a:stretch>
        </p:blipFill>
        <p:spPr>
          <a:xfrm>
            <a:off x="152400" y="848300"/>
            <a:ext cx="8839204" cy="37463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type="title"/>
          </p:nvPr>
        </p:nvSpPr>
        <p:spPr>
          <a:xfrm>
            <a:off x="797925" y="212900"/>
            <a:ext cx="60231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lang="en"/>
              <a:t>Methods Comparison-Computational Time</a:t>
            </a:r>
            <a:endParaRPr/>
          </a:p>
          <a:p>
            <a:pPr indent="0" lvl="0" marL="0" rtl="0" algn="l">
              <a:spcBef>
                <a:spcPts val="0"/>
              </a:spcBef>
              <a:spcAft>
                <a:spcPts val="0"/>
              </a:spcAft>
              <a:buNone/>
            </a:pPr>
            <a:r>
              <a:t/>
            </a:r>
            <a:endParaRPr/>
          </a:p>
        </p:txBody>
      </p:sp>
      <p:pic>
        <p:nvPicPr>
          <p:cNvPr id="242" name="Google Shape;242;p41"/>
          <p:cNvPicPr preferRelativeResize="0"/>
          <p:nvPr/>
        </p:nvPicPr>
        <p:blipFill>
          <a:blip r:embed="rId4">
            <a:alphaModFix/>
          </a:blip>
          <a:stretch>
            <a:fillRect/>
          </a:stretch>
        </p:blipFill>
        <p:spPr>
          <a:xfrm>
            <a:off x="205175" y="821925"/>
            <a:ext cx="2600404" cy="4142801"/>
          </a:xfrm>
          <a:prstGeom prst="rect">
            <a:avLst/>
          </a:prstGeom>
          <a:noFill/>
          <a:ln>
            <a:noFill/>
          </a:ln>
        </p:spPr>
      </p:pic>
      <p:pic>
        <p:nvPicPr>
          <p:cNvPr id="243" name="Google Shape;243;p41" title="fig1_baseline_tradeoff.png"/>
          <p:cNvPicPr preferRelativeResize="0"/>
          <p:nvPr/>
        </p:nvPicPr>
        <p:blipFill>
          <a:blip r:embed="rId5">
            <a:alphaModFix/>
          </a:blip>
          <a:stretch>
            <a:fillRect/>
          </a:stretch>
        </p:blipFill>
        <p:spPr>
          <a:xfrm>
            <a:off x="2944804" y="1105038"/>
            <a:ext cx="6033618" cy="35765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2"/>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249" name="Google Shape;249;p42"/>
          <p:cNvSpPr txBox="1"/>
          <p:nvPr/>
        </p:nvSpPr>
        <p:spPr>
          <a:xfrm>
            <a:off x="516975" y="1099925"/>
            <a:ext cx="8308800" cy="3708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Οι μη γραμμικοί kernels βελτιώνουν σημαντικά την απόδοση σε σχέση με τις απλές distance-based μεθόδους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Το RBF SVM πέτυχε την υψηλότερη ακρίβεια από όλα τα κλασικά μοντέλα (~56%)</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Τα linear μοντέλα αποτυγχάνουν να συλλάβουν την πολυπλοκότητα των εικόνων του CIFAR-10</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Η χρήση PCA (~90% variance) είναι κρίσιμη για αποδεκτό υπολογιστικό κόστος</a:t>
            </a:r>
            <a:endParaRPr sz="1500">
              <a:solidFill>
                <a:schemeClr val="lt1"/>
              </a:solidFill>
              <a:latin typeface="Ubuntu"/>
              <a:ea typeface="Ubuntu"/>
              <a:cs typeface="Ubuntu"/>
              <a:sym typeface="Ubuntu"/>
            </a:endParaRPr>
          </a:p>
          <a:p>
            <a:pPr indent="0" lvl="0" marL="457200" rtl="0" algn="l">
              <a:spcBef>
                <a:spcPts val="0"/>
              </a:spcBef>
              <a:spcAft>
                <a:spcPts val="0"/>
              </a:spcAft>
              <a:buNone/>
            </a:pPr>
            <a:r>
              <a:t/>
            </a: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Πειραματισμός με πιο αποδοτικές ή προσεγγιστικές kernel μεθόδους για καλύτερη κλιμάκωση</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Συνδυασμός learned features (π.χ. από CNN) με SVM classifiers</a:t>
            </a:r>
            <a:endParaRPr sz="1500">
              <a:solidFill>
                <a:schemeClr val="lt1"/>
              </a:solidFill>
              <a:latin typeface="Ubuntu"/>
              <a:ea typeface="Ubuntu"/>
              <a:cs typeface="Ubuntu"/>
              <a:sym typeface="Ubuntu"/>
            </a:endParaRPr>
          </a:p>
          <a:p>
            <a:pPr indent="0" lvl="0" marL="457200" rtl="0" algn="l">
              <a:spcBef>
                <a:spcPts val="0"/>
              </a:spcBef>
              <a:spcAft>
                <a:spcPts val="0"/>
              </a:spcAft>
              <a:buNone/>
            </a:pPr>
            <a:r>
              <a:t/>
            </a:r>
            <a:endParaRPr sz="1500">
              <a:solidFill>
                <a:schemeClr val="lt1"/>
              </a:solidFill>
              <a:latin typeface="Ubuntu"/>
              <a:ea typeface="Ubuntu"/>
              <a:cs typeface="Ubuntu"/>
              <a:sym typeface="Ubuntu"/>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Project 3</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255" name="Google Shape;255;p43"/>
          <p:cNvSpPr txBox="1"/>
          <p:nvPr/>
        </p:nvSpPr>
        <p:spPr>
          <a:xfrm>
            <a:off x="158275" y="1178700"/>
            <a:ext cx="3000000" cy="278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Ubuntu"/>
                <a:ea typeface="Ubuntu"/>
                <a:cs typeface="Ubuntu"/>
                <a:sym typeface="Ubuntu"/>
              </a:rPr>
              <a:t>This project explores unsupervised representation learning using </a:t>
            </a:r>
            <a:r>
              <a:rPr b="1" lang="en" sz="1300">
                <a:solidFill>
                  <a:schemeClr val="lt1"/>
                </a:solidFill>
                <a:latin typeface="Ubuntu"/>
                <a:ea typeface="Ubuntu"/>
                <a:cs typeface="Ubuntu"/>
                <a:sym typeface="Ubuntu"/>
              </a:rPr>
              <a:t>fully connected autoencoders</a:t>
            </a:r>
            <a:r>
              <a:rPr lang="en" sz="1300">
                <a:solidFill>
                  <a:schemeClr val="lt1"/>
                </a:solidFill>
                <a:latin typeface="Ubuntu"/>
                <a:ea typeface="Ubuntu"/>
                <a:cs typeface="Ubuntu"/>
                <a:sym typeface="Ubuntu"/>
              </a:rPr>
              <a:t> to reconstruct handwritten digits from the </a:t>
            </a:r>
            <a:r>
              <a:rPr b="1" lang="en" sz="1300">
                <a:solidFill>
                  <a:schemeClr val="lt1"/>
                </a:solidFill>
                <a:latin typeface="Ubuntu"/>
                <a:ea typeface="Ubuntu"/>
                <a:cs typeface="Ubuntu"/>
                <a:sym typeface="Ubuntu"/>
              </a:rPr>
              <a:t>MNIST</a:t>
            </a:r>
            <a:r>
              <a:rPr lang="en" sz="1300">
                <a:solidFill>
                  <a:schemeClr val="lt1"/>
                </a:solidFill>
                <a:latin typeface="Ubuntu"/>
                <a:ea typeface="Ubuntu"/>
                <a:cs typeface="Ubuntu"/>
                <a:sym typeface="Ubuntu"/>
              </a:rPr>
              <a:t> dataset. I evaluated the performance of three different network capacities against a linear </a:t>
            </a:r>
            <a:r>
              <a:rPr b="1" lang="en" sz="1300">
                <a:solidFill>
                  <a:schemeClr val="lt1"/>
                </a:solidFill>
                <a:latin typeface="Ubuntu"/>
                <a:ea typeface="Ubuntu"/>
                <a:cs typeface="Ubuntu"/>
                <a:sym typeface="Ubuntu"/>
              </a:rPr>
              <a:t>PCA baseline</a:t>
            </a:r>
            <a:r>
              <a:rPr lang="en" sz="1300">
                <a:solidFill>
                  <a:schemeClr val="lt1"/>
                </a:solidFill>
                <a:latin typeface="Ubuntu"/>
                <a:ea typeface="Ubuntu"/>
                <a:cs typeface="Ubuntu"/>
                <a:sym typeface="Ubuntu"/>
              </a:rPr>
              <a:t>, achieving an optimal reconstruction accuracy of </a:t>
            </a:r>
            <a:r>
              <a:rPr b="1" lang="en" sz="1300">
                <a:solidFill>
                  <a:schemeClr val="lt1"/>
                </a:solidFill>
                <a:latin typeface="Ubuntu"/>
                <a:ea typeface="Ubuntu"/>
                <a:cs typeface="Ubuntu"/>
                <a:sym typeface="Ubuntu"/>
              </a:rPr>
              <a:t>~93%</a:t>
            </a:r>
            <a:r>
              <a:rPr lang="en" sz="1300">
                <a:solidFill>
                  <a:schemeClr val="lt1"/>
                </a:solidFill>
                <a:latin typeface="Ubuntu"/>
                <a:ea typeface="Ubuntu"/>
                <a:cs typeface="Ubuntu"/>
                <a:sym typeface="Ubuntu"/>
              </a:rPr>
              <a:t> while ensuring the generated outputs remained semantically recognizable by a pre-trained classifier.</a:t>
            </a:r>
            <a:endParaRPr sz="1600">
              <a:solidFill>
                <a:schemeClr val="lt1"/>
              </a:solidFill>
              <a:latin typeface="Ubuntu"/>
              <a:ea typeface="Ubuntu"/>
              <a:cs typeface="Ubuntu"/>
              <a:sym typeface="Ubuntu"/>
            </a:endParaRPr>
          </a:p>
        </p:txBody>
      </p:sp>
      <p:pic>
        <p:nvPicPr>
          <p:cNvPr descr="Autoencoder Diagram showing the &quot;Hourglass&quot; shape of the network." id="256" name="Google Shape;256;p43"/>
          <p:cNvPicPr preferRelativeResize="0"/>
          <p:nvPr/>
        </p:nvPicPr>
        <p:blipFill>
          <a:blip r:embed="rId3">
            <a:alphaModFix/>
          </a:blip>
          <a:stretch>
            <a:fillRect/>
          </a:stretch>
        </p:blipFill>
        <p:spPr>
          <a:xfrm>
            <a:off x="3474650" y="-262925"/>
            <a:ext cx="5669350" cy="5669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4"/>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Classifier Accuracy</a:t>
            </a:r>
            <a:endParaRPr/>
          </a:p>
        </p:txBody>
      </p:sp>
      <p:pic>
        <p:nvPicPr>
          <p:cNvPr id="262" name="Google Shape;262;p44" title="comparison_classifier_accuracy.png"/>
          <p:cNvPicPr preferRelativeResize="0"/>
          <p:nvPr/>
        </p:nvPicPr>
        <p:blipFill>
          <a:blip r:embed="rId4">
            <a:alphaModFix/>
          </a:blip>
          <a:stretch>
            <a:fillRect/>
          </a:stretch>
        </p:blipFill>
        <p:spPr>
          <a:xfrm>
            <a:off x="388338" y="887850"/>
            <a:ext cx="8367314" cy="41428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5"/>
          <p:cNvSpPr txBox="1"/>
          <p:nvPr>
            <p:ph type="title"/>
          </p:nvPr>
        </p:nvSpPr>
        <p:spPr>
          <a:xfrm>
            <a:off x="797925" y="212900"/>
            <a:ext cx="22005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Time</a:t>
            </a:r>
            <a:endParaRPr/>
          </a:p>
        </p:txBody>
      </p:sp>
      <p:pic>
        <p:nvPicPr>
          <p:cNvPr id="268" name="Google Shape;268;p45" title="comparison_training_time.png"/>
          <p:cNvPicPr preferRelativeResize="0"/>
          <p:nvPr/>
        </p:nvPicPr>
        <p:blipFill>
          <a:blip r:embed="rId4">
            <a:alphaModFix/>
          </a:blip>
          <a:stretch>
            <a:fillRect/>
          </a:stretch>
        </p:blipFill>
        <p:spPr>
          <a:xfrm>
            <a:off x="388338" y="861500"/>
            <a:ext cx="8367314" cy="41428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6"/>
          <p:cNvSpPr txBox="1"/>
          <p:nvPr>
            <p:ph type="title"/>
          </p:nvPr>
        </p:nvSpPr>
        <p:spPr>
          <a:xfrm>
            <a:off x="797925" y="212900"/>
            <a:ext cx="3161400" cy="4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274" name="Google Shape;274;p46"/>
          <p:cNvSpPr txBox="1"/>
          <p:nvPr/>
        </p:nvSpPr>
        <p:spPr>
          <a:xfrm>
            <a:off x="675250" y="915275"/>
            <a:ext cx="8005500" cy="35478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Οι autoencoders μαθαίνουν μη γραμμικές αναπαραστάσεις που διατηρούν καλύτερα τη σημασιολογική πληροφορία των ψηφίων</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Η classifier accuracy σε reconstructed images αποτελεί αποτελεσματικό κριτήριο ποιότητας της αναπαράστασης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Οι medium autoencoders προσφέρουν το καλύτερο trade-off μεταξύ απόδοσης και υπολογιστικού κόστους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Η αύξηση του μεγέθους του μοντέλου ή της διάστασης του latent space οδηγεί σε diminishing returns</a:t>
            </a: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Υλοποίηση convolutional autoencoders για καλύτερη εκμετάλλευση της χωρικής δομής</a:t>
            </a:r>
            <a:br>
              <a:rPr lang="en" sz="1500">
                <a:solidFill>
                  <a:schemeClr val="lt1"/>
                </a:solidFill>
                <a:latin typeface="Ubuntu"/>
                <a:ea typeface="Ubuntu"/>
                <a:cs typeface="Ubuntu"/>
                <a:sym typeface="Ubuntu"/>
              </a:rPr>
            </a:br>
            <a:endParaRPr sz="1500">
              <a:solidFill>
                <a:schemeClr val="lt1"/>
              </a:solidFill>
              <a:latin typeface="Ubuntu"/>
              <a:ea typeface="Ubuntu"/>
              <a:cs typeface="Ubuntu"/>
              <a:sym typeface="Ubuntu"/>
            </a:endParaRPr>
          </a:p>
          <a:p>
            <a:pPr indent="-323850" lvl="0" marL="457200" rtl="0" algn="l">
              <a:spcBef>
                <a:spcPts val="0"/>
              </a:spcBef>
              <a:spcAft>
                <a:spcPts val="0"/>
              </a:spcAft>
              <a:buClr>
                <a:schemeClr val="lt1"/>
              </a:buClr>
              <a:buSzPts val="1500"/>
              <a:buFont typeface="Ubuntu"/>
              <a:buChar char="●"/>
            </a:pPr>
            <a:r>
              <a:rPr lang="en" sz="1500">
                <a:solidFill>
                  <a:schemeClr val="lt1"/>
                </a:solidFill>
                <a:latin typeface="Ubuntu"/>
                <a:ea typeface="Ubuntu"/>
                <a:cs typeface="Ubuntu"/>
                <a:sym typeface="Ubuntu"/>
              </a:rPr>
              <a:t>Πειραματισμός με εναλλακτικά loss functions ή παραλλαγές όπως variational autoencoders (VAEs)</a:t>
            </a:r>
            <a:endParaRPr sz="1500">
              <a:solidFill>
                <a:schemeClr val="lt1"/>
              </a:solidFill>
              <a:latin typeface="Ubuntu"/>
              <a:ea typeface="Ubuntu"/>
              <a:cs typeface="Ubuntu"/>
              <a:sym typeface="Ubuntu"/>
            </a:endParaRPr>
          </a:p>
          <a:p>
            <a:pPr indent="0" lvl="0" marL="457200" rtl="0" algn="l">
              <a:spcBef>
                <a:spcPts val="0"/>
              </a:spcBef>
              <a:spcAft>
                <a:spcPts val="0"/>
              </a:spcAft>
              <a:buNone/>
            </a:pPr>
            <a:r>
              <a:t/>
            </a:r>
            <a:endParaRPr sz="1500">
              <a:solidFill>
                <a:schemeClr val="lt1"/>
              </a:solidFill>
              <a:latin typeface="Ubuntu"/>
              <a:ea typeface="Ubuntu"/>
              <a:cs typeface="Ubuntu"/>
              <a:sym typeface="Ubuntu"/>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A closure slide with thank you" id="279" name="Google Shape;279;p4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ROOM Template">
  <a:themeElements>
    <a:clrScheme name="Simple Light">
      <a:dk1>
        <a:srgbClr val="000000"/>
      </a:dk1>
      <a:lt1>
        <a:srgbClr val="FFFFFF"/>
      </a:lt1>
      <a:dk2>
        <a:srgbClr val="595959"/>
      </a:dk2>
      <a:lt2>
        <a:srgbClr val="EEEEEE"/>
      </a:lt2>
      <a:accent1>
        <a:srgbClr val="0097A7"/>
      </a:accent1>
      <a:accent2>
        <a:srgbClr val="78909C"/>
      </a:accent2>
      <a:accent3>
        <a:srgbClr val="8C3088"/>
      </a:accent3>
      <a:accent4>
        <a:srgbClr val="003554"/>
      </a:accent4>
      <a:accent5>
        <a:srgbClr val="051923"/>
      </a:accent5>
      <a:accent6>
        <a:srgbClr val="26A347"/>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